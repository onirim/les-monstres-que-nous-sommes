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529747902"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968081335"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1034437800"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1976613701"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472572187"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417874596"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3037489" name="Espace réservé pour l'image de la diapositive 1"/>
          <p:cNvSpPr>
            <a:spLocks noChangeAspect="1" noGrp="1" noRot="1"/>
          </p:cNvSpPr>
          <p:nvPr>
            <p:ph type="sldImg"/>
          </p:nvPr>
        </p:nvSpPr>
        <p:spPr bwMode="auto">
          <a:xfrm>
            <a:off x="2360612" y="1143000"/>
            <a:ext cx="2136774" cy="3086100"/>
          </a:xfrm>
        </p:spPr>
      </p:sp>
      <p:sp>
        <p:nvSpPr>
          <p:cNvPr id="1059771242" name="Remarques Espace réservé 2"/>
          <p:cNvSpPr>
            <a:spLocks noGrp="1"/>
          </p:cNvSpPr>
          <p:nvPr>
            <p:ph type="body" idx="1"/>
          </p:nvPr>
        </p:nvSpPr>
        <p:spPr bwMode="auto"/>
        <p:txBody>
          <a:bodyPr/>
          <a:lstStyle/>
          <a:p>
            <a:pPr>
              <a:defRPr/>
            </a:pPr>
            <a:endParaRPr lang="fr-FR">
              <a:latin typeface="Arial"/>
              <a:cs typeface="Arial"/>
            </a:endParaRPr>
          </a:p>
        </p:txBody>
      </p:sp>
      <p:sp>
        <p:nvSpPr>
          <p:cNvPr id="588984945"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563648" name="Espace réservé pour l'image de la diapositive 1"/>
          <p:cNvSpPr>
            <a:spLocks noChangeAspect="1" noGrp="1" noRot="1"/>
          </p:cNvSpPr>
          <p:nvPr>
            <p:ph type="sldImg"/>
          </p:nvPr>
        </p:nvSpPr>
        <p:spPr bwMode="auto">
          <a:xfrm>
            <a:off x="2360611" y="1143000"/>
            <a:ext cx="2136773" cy="3086100"/>
          </a:xfrm>
        </p:spPr>
      </p:sp>
      <p:sp>
        <p:nvSpPr>
          <p:cNvPr id="1315418167" name="Remarques Espace réservé 2"/>
          <p:cNvSpPr>
            <a:spLocks noGrp="1"/>
          </p:cNvSpPr>
          <p:nvPr>
            <p:ph type="body" idx="1"/>
          </p:nvPr>
        </p:nvSpPr>
        <p:spPr bwMode="auto"/>
        <p:txBody>
          <a:bodyPr/>
          <a:lstStyle/>
          <a:p>
            <a:pPr>
              <a:defRPr/>
            </a:pPr>
            <a:endParaRPr lang="fr-FR">
              <a:latin typeface="Arial"/>
              <a:cs typeface="Arial"/>
            </a:endParaRPr>
          </a:p>
        </p:txBody>
      </p:sp>
      <p:sp>
        <p:nvSpPr>
          <p:cNvPr id="1721776628"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8583563" name="Espace réservé pour l'image de la diapositive 1"/>
          <p:cNvSpPr>
            <a:spLocks noChangeAspect="1" noGrp="1" noRot="1"/>
          </p:cNvSpPr>
          <p:nvPr>
            <p:ph type="sldImg"/>
          </p:nvPr>
        </p:nvSpPr>
        <p:spPr bwMode="auto">
          <a:xfrm>
            <a:off x="2360613" y="1143000"/>
            <a:ext cx="2136775" cy="3086100"/>
          </a:xfrm>
        </p:spPr>
      </p:sp>
      <p:sp>
        <p:nvSpPr>
          <p:cNvPr id="1907003640" name="Remarques Espace réservé 2"/>
          <p:cNvSpPr>
            <a:spLocks noGrp="1"/>
          </p:cNvSpPr>
          <p:nvPr>
            <p:ph type="body" idx="1"/>
          </p:nvPr>
        </p:nvSpPr>
        <p:spPr bwMode="auto"/>
        <p:txBody>
          <a:bodyPr/>
          <a:lstStyle/>
          <a:p>
            <a:pPr>
              <a:defRPr/>
            </a:pPr>
            <a:endParaRPr lang="fr-FR">
              <a:latin typeface="Arial"/>
              <a:cs typeface="Arial"/>
            </a:endParaRPr>
          </a:p>
        </p:txBody>
      </p:sp>
      <p:sp>
        <p:nvSpPr>
          <p:cNvPr id="178019968"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5428485" name="Espace réservé pour l'image de la diapositive 1"/>
          <p:cNvSpPr>
            <a:spLocks noChangeAspect="1" noGrp="1" noRot="1"/>
          </p:cNvSpPr>
          <p:nvPr>
            <p:ph type="sldImg"/>
          </p:nvPr>
        </p:nvSpPr>
        <p:spPr bwMode="auto">
          <a:xfrm>
            <a:off x="2360613" y="1143000"/>
            <a:ext cx="2136775" cy="3086100"/>
          </a:xfrm>
        </p:spPr>
      </p:sp>
      <p:sp>
        <p:nvSpPr>
          <p:cNvPr id="1006072800" name="Remarques Espace réservé 2"/>
          <p:cNvSpPr>
            <a:spLocks noGrp="1"/>
          </p:cNvSpPr>
          <p:nvPr>
            <p:ph type="body" idx="1"/>
          </p:nvPr>
        </p:nvSpPr>
        <p:spPr bwMode="auto"/>
        <p:txBody>
          <a:bodyPr/>
          <a:lstStyle/>
          <a:p>
            <a:pPr>
              <a:defRPr/>
            </a:pPr>
            <a:endParaRPr lang="fr-FR">
              <a:latin typeface="Arial"/>
              <a:cs typeface="Arial"/>
            </a:endParaRPr>
          </a:p>
        </p:txBody>
      </p:sp>
      <p:sp>
        <p:nvSpPr>
          <p:cNvPr id="1642902547"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2959290" name="Espace réservé pour l'image de la diapositive 1"/>
          <p:cNvSpPr>
            <a:spLocks noChangeAspect="1" noGrp="1" noRot="1"/>
          </p:cNvSpPr>
          <p:nvPr>
            <p:ph type="sldImg"/>
          </p:nvPr>
        </p:nvSpPr>
        <p:spPr bwMode="auto">
          <a:xfrm>
            <a:off x="2360613" y="1143000"/>
            <a:ext cx="2136775" cy="3086100"/>
          </a:xfrm>
        </p:spPr>
      </p:sp>
      <p:sp>
        <p:nvSpPr>
          <p:cNvPr id="670783461" name="Remarques Espace réservé 2"/>
          <p:cNvSpPr>
            <a:spLocks noGrp="1"/>
          </p:cNvSpPr>
          <p:nvPr>
            <p:ph type="body" idx="1"/>
          </p:nvPr>
        </p:nvSpPr>
        <p:spPr bwMode="auto"/>
        <p:txBody>
          <a:bodyPr/>
          <a:lstStyle/>
          <a:p>
            <a:pPr>
              <a:defRPr/>
            </a:pPr>
            <a:endParaRPr lang="fr-FR">
              <a:latin typeface="Arial"/>
              <a:cs typeface="Arial"/>
            </a:endParaRPr>
          </a:p>
        </p:txBody>
      </p:sp>
      <p:sp>
        <p:nvSpPr>
          <p:cNvPr id="956585887"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4745541" name="Espace réservé pour l'image de la diapositive 1"/>
          <p:cNvSpPr>
            <a:spLocks noChangeAspect="1" noGrp="1" noRot="1"/>
          </p:cNvSpPr>
          <p:nvPr>
            <p:ph type="sldImg"/>
          </p:nvPr>
        </p:nvSpPr>
        <p:spPr bwMode="auto">
          <a:xfrm>
            <a:off x="2360612" y="1143000"/>
            <a:ext cx="2136774" cy="3086100"/>
          </a:xfrm>
        </p:spPr>
      </p:sp>
      <p:sp>
        <p:nvSpPr>
          <p:cNvPr id="1084438644" name="Remarques Espace réservé 2"/>
          <p:cNvSpPr>
            <a:spLocks noGrp="1"/>
          </p:cNvSpPr>
          <p:nvPr>
            <p:ph type="body" idx="1"/>
          </p:nvPr>
        </p:nvSpPr>
        <p:spPr bwMode="auto"/>
        <p:txBody>
          <a:bodyPr/>
          <a:lstStyle/>
          <a:p>
            <a:pPr>
              <a:defRPr/>
            </a:pPr>
            <a:endParaRPr lang="fr-FR">
              <a:latin typeface="Arial"/>
              <a:cs typeface="Arial"/>
            </a:endParaRPr>
          </a:p>
        </p:txBody>
      </p:sp>
      <p:sp>
        <p:nvSpPr>
          <p:cNvPr id="294104809"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1713261139"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1539660409"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1332239399"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970597369" name="Espace réservé du pied de page 4"/>
          <p:cNvSpPr>
            <a:spLocks noGrp="1"/>
          </p:cNvSpPr>
          <p:nvPr>
            <p:ph type="ftr" sz="quarter" idx="11"/>
          </p:nvPr>
        </p:nvSpPr>
        <p:spPr bwMode="auto"/>
        <p:txBody>
          <a:bodyPr/>
          <a:lstStyle/>
          <a:p>
            <a:pPr>
              <a:defRPr/>
            </a:pPr>
            <a:endParaRPr lang="fr-FR"/>
          </a:p>
        </p:txBody>
      </p:sp>
      <p:sp>
        <p:nvSpPr>
          <p:cNvPr id="300693141"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1126227538" name="Titre 1"/>
          <p:cNvSpPr>
            <a:spLocks noGrp="1"/>
          </p:cNvSpPr>
          <p:nvPr>
            <p:ph type="title"/>
          </p:nvPr>
        </p:nvSpPr>
        <p:spPr bwMode="auto"/>
        <p:txBody>
          <a:bodyPr/>
          <a:lstStyle/>
          <a:p>
            <a:pPr>
              <a:defRPr/>
            </a:pPr>
            <a:r>
              <a:rPr lang="fr-FR"/>
              <a:t>Modifiez le style du titre</a:t>
            </a:r>
            <a:endParaRPr/>
          </a:p>
        </p:txBody>
      </p:sp>
      <p:sp>
        <p:nvSpPr>
          <p:cNvPr id="1304445886"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4616063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366955425" name="Espace réservé du pied de page 4"/>
          <p:cNvSpPr>
            <a:spLocks noGrp="1"/>
          </p:cNvSpPr>
          <p:nvPr>
            <p:ph type="ftr" sz="quarter" idx="11"/>
          </p:nvPr>
        </p:nvSpPr>
        <p:spPr bwMode="auto"/>
        <p:txBody>
          <a:bodyPr/>
          <a:lstStyle/>
          <a:p>
            <a:pPr>
              <a:defRPr/>
            </a:pPr>
            <a:endParaRPr lang="fr-FR"/>
          </a:p>
        </p:txBody>
      </p:sp>
      <p:sp>
        <p:nvSpPr>
          <p:cNvPr id="55699249"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2033089145"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249584431"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211801193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008190948" name="Espace réservé du pied de page 4"/>
          <p:cNvSpPr>
            <a:spLocks noGrp="1"/>
          </p:cNvSpPr>
          <p:nvPr>
            <p:ph type="ftr" sz="quarter" idx="11"/>
          </p:nvPr>
        </p:nvSpPr>
        <p:spPr bwMode="auto"/>
        <p:txBody>
          <a:bodyPr/>
          <a:lstStyle/>
          <a:p>
            <a:pPr>
              <a:defRPr/>
            </a:pPr>
            <a:endParaRPr lang="fr-FR"/>
          </a:p>
        </p:txBody>
      </p:sp>
      <p:sp>
        <p:nvSpPr>
          <p:cNvPr id="753514709"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2115848321" name="Titre 1"/>
          <p:cNvSpPr>
            <a:spLocks noGrp="1"/>
          </p:cNvSpPr>
          <p:nvPr>
            <p:ph type="title"/>
          </p:nvPr>
        </p:nvSpPr>
        <p:spPr bwMode="auto"/>
        <p:txBody>
          <a:bodyPr/>
          <a:lstStyle/>
          <a:p>
            <a:pPr>
              <a:defRPr/>
            </a:pPr>
            <a:r>
              <a:rPr lang="fr-FR"/>
              <a:t>Modifiez le style du titre</a:t>
            </a:r>
            <a:endParaRPr/>
          </a:p>
        </p:txBody>
      </p:sp>
      <p:sp>
        <p:nvSpPr>
          <p:cNvPr id="2098540698"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40818967"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881401899"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63723077" name="Espace réservé du pied de page 5"/>
          <p:cNvSpPr>
            <a:spLocks noGrp="1"/>
          </p:cNvSpPr>
          <p:nvPr>
            <p:ph type="ftr" sz="quarter" idx="11"/>
          </p:nvPr>
        </p:nvSpPr>
        <p:spPr bwMode="auto"/>
        <p:txBody>
          <a:bodyPr/>
          <a:lstStyle/>
          <a:p>
            <a:pPr>
              <a:defRPr/>
            </a:pPr>
            <a:endParaRPr lang="fr-FR"/>
          </a:p>
        </p:txBody>
      </p:sp>
      <p:sp>
        <p:nvSpPr>
          <p:cNvPr id="2091203750"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670921614"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1210370524"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899952155"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89848083"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593061409"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61099622"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75967631" name="Espace réservé du pied de page 7"/>
          <p:cNvSpPr>
            <a:spLocks noGrp="1"/>
          </p:cNvSpPr>
          <p:nvPr>
            <p:ph type="ftr" sz="quarter" idx="11"/>
          </p:nvPr>
        </p:nvSpPr>
        <p:spPr bwMode="auto"/>
        <p:txBody>
          <a:bodyPr/>
          <a:lstStyle/>
          <a:p>
            <a:pPr>
              <a:defRPr/>
            </a:pPr>
            <a:endParaRPr lang="fr-FR"/>
          </a:p>
        </p:txBody>
      </p:sp>
      <p:sp>
        <p:nvSpPr>
          <p:cNvPr id="1945033947"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1387182870" name="Titre 1"/>
          <p:cNvSpPr>
            <a:spLocks noGrp="1"/>
          </p:cNvSpPr>
          <p:nvPr>
            <p:ph type="title"/>
          </p:nvPr>
        </p:nvSpPr>
        <p:spPr bwMode="auto"/>
        <p:txBody>
          <a:bodyPr/>
          <a:lstStyle/>
          <a:p>
            <a:pPr>
              <a:defRPr/>
            </a:pPr>
            <a:r>
              <a:rPr lang="fr-FR"/>
              <a:t>Modifiez le style du titre</a:t>
            </a:r>
            <a:endParaRPr/>
          </a:p>
        </p:txBody>
      </p:sp>
      <p:sp>
        <p:nvSpPr>
          <p:cNvPr id="1751577412"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078304716" name="Espace réservé du pied de page 3"/>
          <p:cNvSpPr>
            <a:spLocks noGrp="1"/>
          </p:cNvSpPr>
          <p:nvPr>
            <p:ph type="ftr" sz="quarter" idx="11"/>
          </p:nvPr>
        </p:nvSpPr>
        <p:spPr bwMode="auto"/>
        <p:txBody>
          <a:bodyPr/>
          <a:lstStyle/>
          <a:p>
            <a:pPr>
              <a:defRPr/>
            </a:pPr>
            <a:endParaRPr lang="fr-FR"/>
          </a:p>
        </p:txBody>
      </p:sp>
      <p:sp>
        <p:nvSpPr>
          <p:cNvPr id="628792968"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295439632"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63293912" name="Espace réservé du pied de page 2"/>
          <p:cNvSpPr>
            <a:spLocks noGrp="1"/>
          </p:cNvSpPr>
          <p:nvPr>
            <p:ph type="ftr" sz="quarter" idx="11"/>
          </p:nvPr>
        </p:nvSpPr>
        <p:spPr bwMode="auto"/>
        <p:txBody>
          <a:bodyPr/>
          <a:lstStyle/>
          <a:p>
            <a:pPr>
              <a:defRPr/>
            </a:pPr>
            <a:endParaRPr lang="fr-FR"/>
          </a:p>
        </p:txBody>
      </p:sp>
      <p:sp>
        <p:nvSpPr>
          <p:cNvPr id="1772389998"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734229751"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722997747"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12405373"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532483066"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81529441" name="Espace réservé du pied de page 5"/>
          <p:cNvSpPr>
            <a:spLocks noGrp="1"/>
          </p:cNvSpPr>
          <p:nvPr>
            <p:ph type="ftr" sz="quarter" idx="11"/>
          </p:nvPr>
        </p:nvSpPr>
        <p:spPr bwMode="auto"/>
        <p:txBody>
          <a:bodyPr/>
          <a:lstStyle/>
          <a:p>
            <a:pPr>
              <a:defRPr/>
            </a:pPr>
            <a:endParaRPr lang="fr-FR"/>
          </a:p>
        </p:txBody>
      </p:sp>
      <p:sp>
        <p:nvSpPr>
          <p:cNvPr id="1990196536"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65088826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291073266"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629335436"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220135532"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493081883" name="Espace réservé du pied de page 5"/>
          <p:cNvSpPr>
            <a:spLocks noGrp="1"/>
          </p:cNvSpPr>
          <p:nvPr>
            <p:ph type="ftr" sz="quarter" idx="11"/>
          </p:nvPr>
        </p:nvSpPr>
        <p:spPr bwMode="auto"/>
        <p:txBody>
          <a:bodyPr/>
          <a:lstStyle/>
          <a:p>
            <a:pPr>
              <a:defRPr/>
            </a:pPr>
            <a:endParaRPr lang="fr-FR"/>
          </a:p>
        </p:txBody>
      </p:sp>
      <p:sp>
        <p:nvSpPr>
          <p:cNvPr id="2115468867"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177594058" name="Titre 1"/>
          <p:cNvSpPr>
            <a:spLocks noGrp="1"/>
          </p:cNvSpPr>
          <p:nvPr>
            <p:ph type="title"/>
          </p:nvPr>
        </p:nvSpPr>
        <p:spPr bwMode="auto"/>
        <p:txBody>
          <a:bodyPr/>
          <a:lstStyle/>
          <a:p>
            <a:pPr>
              <a:defRPr/>
            </a:pPr>
            <a:r>
              <a:rPr lang="fr-FR"/>
              <a:t>Modifiez le style du titre</a:t>
            </a:r>
            <a:endParaRPr/>
          </a:p>
        </p:txBody>
      </p:sp>
      <p:sp>
        <p:nvSpPr>
          <p:cNvPr id="1817407221"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80998766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34002153" name="Espace réservé du pied de page 4"/>
          <p:cNvSpPr>
            <a:spLocks noGrp="1"/>
          </p:cNvSpPr>
          <p:nvPr>
            <p:ph type="ftr" sz="quarter" idx="11"/>
          </p:nvPr>
        </p:nvSpPr>
        <p:spPr bwMode="auto"/>
        <p:txBody>
          <a:bodyPr/>
          <a:lstStyle/>
          <a:p>
            <a:pPr>
              <a:defRPr/>
            </a:pPr>
            <a:endParaRPr lang="fr-FR"/>
          </a:p>
        </p:txBody>
      </p:sp>
      <p:sp>
        <p:nvSpPr>
          <p:cNvPr id="1279978862"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665978983"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725266333"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9790626"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30881722" name="Espace réservé du pied de page 4"/>
          <p:cNvSpPr>
            <a:spLocks noGrp="1"/>
          </p:cNvSpPr>
          <p:nvPr>
            <p:ph type="ftr" sz="quarter" idx="11"/>
          </p:nvPr>
        </p:nvSpPr>
        <p:spPr bwMode="auto"/>
        <p:txBody>
          <a:bodyPr/>
          <a:lstStyle/>
          <a:p>
            <a:pPr>
              <a:defRPr/>
            </a:pPr>
            <a:endParaRPr lang="fr-FR"/>
          </a:p>
        </p:txBody>
      </p:sp>
      <p:sp>
        <p:nvSpPr>
          <p:cNvPr id="1991142719"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251679794"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98371677"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690006027"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206252069"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1732464920"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326755166"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27096227"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326489437" name="Connecteur droit 806540798"/>
          <p:cNvCxnSpPr/>
          <p:nvPr/>
        </p:nvCxnSpPr>
        <p:spPr bwMode="auto">
          <a:xfrm flipV="1">
            <a:off x="972" y="2197396"/>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08666195" name="ZoneTexte 406616703"/>
          <p:cNvSpPr txBox="1"/>
          <p:nvPr/>
        </p:nvSpPr>
        <p:spPr bwMode="auto">
          <a:xfrm flipH="0" flipV="0">
            <a:off x="45901" y="2014335"/>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1378018976"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10505139" name="ZoneTexte 2018177722"/>
          <p:cNvSpPr txBox="1"/>
          <p:nvPr/>
        </p:nvSpPr>
        <p:spPr bwMode="auto">
          <a:xfrm flipH="0" flipV="0">
            <a:off x="3306145" y="6357734"/>
            <a:ext cx="352202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368995461" name="ZoneTexte 519900862"/>
          <p:cNvSpPr txBox="1"/>
          <p:nvPr/>
        </p:nvSpPr>
        <p:spPr bwMode="auto">
          <a:xfrm>
            <a:off x="3076544" y="6743511"/>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939903895" name="Rectangle : avec coins arrondis en haut 838565229"/>
          <p:cNvSpPr/>
          <p:nvPr/>
        </p:nvSpPr>
        <p:spPr bwMode="auto">
          <a:xfrm rot="5399976">
            <a:off x="5203793" y="686370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08937042" name="ZoneTexte 448541368"/>
          <p:cNvSpPr txBox="1"/>
          <p:nvPr/>
        </p:nvSpPr>
        <p:spPr bwMode="auto">
          <a:xfrm>
            <a:off x="3085692" y="7383950"/>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278079090" name="Rectangle : avec coins arrondis en haut 1165584529"/>
          <p:cNvSpPr/>
          <p:nvPr/>
        </p:nvSpPr>
        <p:spPr bwMode="auto">
          <a:xfrm rot="5399976">
            <a:off x="5195513" y="750414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534049" name="Flèche : pentagone 1880610112"/>
          <p:cNvSpPr/>
          <p:nvPr/>
        </p:nvSpPr>
        <p:spPr bwMode="auto">
          <a:xfrm flipH="0" flipV="0">
            <a:off x="5798789" y="6916887"/>
            <a:ext cx="143170"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0328058" name="Flèche : pentagone 446859139"/>
          <p:cNvSpPr/>
          <p:nvPr/>
        </p:nvSpPr>
        <p:spPr bwMode="auto">
          <a:xfrm flipH="0" flipV="0">
            <a:off x="5949464"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5593855" name="Flèche : pentagone 2055848356"/>
          <p:cNvSpPr/>
          <p:nvPr/>
        </p:nvSpPr>
        <p:spPr bwMode="auto">
          <a:xfrm flipH="0" flipV="0">
            <a:off x="610014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2000997" name="Flèche : pentagone 1980093981"/>
          <p:cNvSpPr/>
          <p:nvPr/>
        </p:nvSpPr>
        <p:spPr bwMode="auto">
          <a:xfrm flipH="0" flipV="0">
            <a:off x="6250818"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80149540" name="Flèche : pentagone 905284374"/>
          <p:cNvSpPr/>
          <p:nvPr/>
        </p:nvSpPr>
        <p:spPr bwMode="auto">
          <a:xfrm flipH="0" flipV="0">
            <a:off x="640149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48950233" name="ZoneTexte 880464430"/>
          <p:cNvSpPr txBox="1"/>
          <p:nvPr/>
        </p:nvSpPr>
        <p:spPr bwMode="auto">
          <a:xfrm flipH="0" flipV="0">
            <a:off x="3019132" y="8033530"/>
            <a:ext cx="3851920" cy="579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Après un test de résistance, cochez une case de stress. </a:t>
            </a:r>
            <a:r>
              <a:rPr sz="800">
                <a:solidFill>
                  <a:schemeClr val="tx1">
                    <a:lumMod val="50000"/>
                    <a:lumOff val="50000"/>
                  </a:schemeClr>
                </a:solidFill>
              </a:rPr>
              <a:t>Si vous </a:t>
            </a:r>
            <a:r>
              <a:rPr sz="800">
                <a:solidFill>
                  <a:schemeClr val="tx1">
                    <a:lumMod val="50000"/>
                    <a:lumOff val="50000"/>
                  </a:schemeClr>
                </a:solidFill>
              </a:rPr>
              <a:t>échouez</a:t>
            </a:r>
            <a:r>
              <a:rPr lang="fr-FR" sz="800">
                <a:solidFill>
                  <a:schemeClr val="tx1">
                    <a:lumMod val="50000"/>
                    <a:lumOff val="50000"/>
                  </a:schemeClr>
                </a:solidFill>
              </a:rPr>
              <a:t> à un test de résistance</a:t>
            </a:r>
            <a:r>
              <a:rPr sz="800">
                <a:solidFill>
                  <a:schemeClr val="tx1">
                    <a:lumMod val="50000"/>
                    <a:lumOff val="50000"/>
                  </a:schemeClr>
                </a:solidFill>
              </a:rPr>
              <a:t>, </a:t>
            </a:r>
            <a:r>
              <a:rPr lang="fr-FR" sz="800">
                <a:solidFill>
                  <a:schemeClr val="tx1">
                    <a:lumMod val="50000"/>
                    <a:lumOff val="50000"/>
                  </a:schemeClr>
                </a:solidFill>
              </a:rPr>
              <a:t>vous en </a:t>
            </a:r>
            <a:r>
              <a:rPr sz="800">
                <a:solidFill>
                  <a:schemeClr val="tx1">
                    <a:lumMod val="50000"/>
                    <a:lumOff val="50000"/>
                  </a:schemeClr>
                </a:solidFill>
              </a:rPr>
              <a:t>subissez</a:t>
            </a:r>
            <a:r>
              <a:rPr sz="800">
                <a:solidFill>
                  <a:schemeClr val="tx1">
                    <a:lumMod val="50000"/>
                    <a:lumOff val="50000"/>
                  </a:schemeClr>
                </a:solidFill>
              </a:rPr>
              <a:t> les </a:t>
            </a:r>
            <a:r>
              <a:rPr sz="800">
                <a:solidFill>
                  <a:schemeClr val="tx1">
                    <a:lumMod val="50000"/>
                    <a:lumOff val="50000"/>
                  </a:schemeClr>
                </a:solidFill>
              </a:rPr>
              <a:t>conséquences et le MJ peut vous faire cocher une case de trauma</a:t>
            </a:r>
            <a:r>
              <a:rPr sz="800">
                <a:solidFill>
                  <a:schemeClr val="tx1">
                    <a:lumMod val="50000"/>
                    <a:lumOff val="50000"/>
                  </a:schemeClr>
                </a:solidFill>
              </a:rPr>
              <a:t>.</a:t>
            </a:r>
            <a:endParaRPr sz="1800"/>
          </a:p>
        </p:txBody>
      </p:sp>
      <p:sp>
        <p:nvSpPr>
          <p:cNvPr id="1631389451"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Complications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1231553012" name="Connecteur droit 342798987"/>
          <p:cNvCxnSpPr/>
          <p:nvPr/>
        </p:nvCxnSpPr>
        <p:spPr bwMode="auto">
          <a:xfrm flipV="1">
            <a:off x="3259026" y="8683857"/>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00014314"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1425222587"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72675846" name="Rectangle 954364527"/>
          <p:cNvSpPr/>
          <p:nvPr/>
        </p:nvSpPr>
        <p:spPr bwMode="auto">
          <a:xfrm flipH="0" flipV="0">
            <a:off x="6688317" y="561971"/>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07332978" name="ZoneTexte 1527388901"/>
          <p:cNvSpPr txBox="1"/>
          <p:nvPr/>
        </p:nvSpPr>
        <p:spPr bwMode="auto">
          <a:xfrm flipH="0" flipV="0">
            <a:off x="4547592" y="2419866"/>
            <a:ext cx="2353660" cy="246597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840280760" name="ZoneTexte 1440859034"/>
          <p:cNvSpPr txBox="1"/>
          <p:nvPr/>
        </p:nvSpPr>
        <p:spPr bwMode="auto">
          <a:xfrm>
            <a:off x="5757451" y="6722326"/>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STRESS</a:t>
            </a:r>
            <a:endParaRPr sz="1600"/>
          </a:p>
        </p:txBody>
      </p:sp>
      <p:cxnSp>
        <p:nvCxnSpPr>
          <p:cNvPr id="565996585"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31505618"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2087407717"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650387508" name="Connecteur droit 858914340"/>
          <p:cNvCxnSpPr/>
          <p:nvPr/>
        </p:nvCxnSpPr>
        <p:spPr bwMode="auto">
          <a:xfrm flipH="0" flipV="1">
            <a:off x="4547592" y="5050662"/>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25447510" name="ZoneTexte 2018177722"/>
          <p:cNvSpPr txBox="1"/>
          <p:nvPr/>
        </p:nvSpPr>
        <p:spPr bwMode="auto">
          <a:xfrm flipH="0" flipV="0">
            <a:off x="4601547" y="4867598"/>
            <a:ext cx="183171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1120277642" name=""/>
          <p:cNvSpPr txBox="1"/>
          <p:nvPr/>
        </p:nvSpPr>
        <p:spPr bwMode="auto">
          <a:xfrm rot="0" flipH="0" flipV="0">
            <a:off x="4547592" y="5184190"/>
            <a:ext cx="2328827" cy="10366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Pour réussir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vous devez obtenir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a:t>
            </a:r>
            <a:r>
              <a:rPr lang="fr-FR" sz="800" b="0" i="0" u="none" strike="noStrike" cap="none" spc="0">
                <a:solidFill>
                  <a:schemeClr val="tx1"/>
                </a:solidFill>
                <a:latin typeface="Arial"/>
                <a:ea typeface="Arial"/>
                <a:cs typeface="Arial"/>
              </a:rPr>
              <a:t> </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conflit</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4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diminue votre score de compétence de 10 points. </a:t>
            </a:r>
            <a:endParaRPr lang="fr-FR" sz="800" b="0" i="0" u="none" strike="noStrike" cap="none" spc="0">
              <a:solidFill>
                <a:schemeClr val="tx1">
                  <a:lumMod val="50000"/>
                  <a:lumOff val="50000"/>
                </a:schemeClr>
              </a:solidFill>
              <a:latin typeface="Arial"/>
              <a:ea typeface="Arial"/>
              <a:cs typeface="Arial"/>
            </a:endParaRPr>
          </a:p>
        </p:txBody>
      </p:sp>
      <p:sp>
        <p:nvSpPr>
          <p:cNvPr id="1464651655" name="ZoneTexte 2021443538"/>
          <p:cNvSpPr txBox="1"/>
          <p:nvPr/>
        </p:nvSpPr>
        <p:spPr bwMode="auto">
          <a:xfrm flipH="0" flipV="0">
            <a:off x="75829" y="5620394"/>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2105541748" name="ZoneTexte 1075280509"/>
          <p:cNvSpPr txBox="1"/>
          <p:nvPr/>
        </p:nvSpPr>
        <p:spPr bwMode="auto">
          <a:xfrm flipH="0" flipV="0">
            <a:off x="44273" y="3699075"/>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666648485" name="ZoneTexte 824413856"/>
          <p:cNvSpPr txBox="1"/>
          <p:nvPr/>
        </p:nvSpPr>
        <p:spPr bwMode="auto">
          <a:xfrm>
            <a:off x="40731" y="4341082"/>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1050756335" name="ZoneTexte 1036656844"/>
          <p:cNvSpPr txBox="1"/>
          <p:nvPr/>
        </p:nvSpPr>
        <p:spPr bwMode="auto">
          <a:xfrm flipH="0" flipV="0">
            <a:off x="2359942" y="3704096"/>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1505439446" name="ZoneTexte 226284734"/>
          <p:cNvSpPr txBox="1"/>
          <p:nvPr/>
        </p:nvSpPr>
        <p:spPr bwMode="auto">
          <a:xfrm flipH="0" flipV="0">
            <a:off x="45352" y="3062625"/>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236986378" name="ZoneTexte 162158187"/>
          <p:cNvSpPr txBox="1"/>
          <p:nvPr/>
        </p:nvSpPr>
        <p:spPr bwMode="auto">
          <a:xfrm>
            <a:off x="135711" y="2419869"/>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57562523" name="ZoneTexte 1063440096"/>
          <p:cNvSpPr txBox="1"/>
          <p:nvPr/>
        </p:nvSpPr>
        <p:spPr bwMode="auto">
          <a:xfrm>
            <a:off x="97610" y="4979310"/>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483505165" name="ZoneTexte 1564072661"/>
          <p:cNvSpPr txBox="1"/>
          <p:nvPr/>
        </p:nvSpPr>
        <p:spPr bwMode="auto">
          <a:xfrm>
            <a:off x="2302386" y="3068291"/>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1633195837" name="ZoneTexte 2102805411"/>
          <p:cNvSpPr txBox="1"/>
          <p:nvPr/>
        </p:nvSpPr>
        <p:spPr bwMode="auto">
          <a:xfrm flipH="0" flipV="0">
            <a:off x="2347024" y="4347885"/>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205776909" name="ZoneTexte 1094420572"/>
          <p:cNvSpPr txBox="1"/>
          <p:nvPr/>
        </p:nvSpPr>
        <p:spPr bwMode="auto">
          <a:xfrm>
            <a:off x="2302386" y="2419868"/>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395662421" name="ZoneTexte 1337742717"/>
          <p:cNvSpPr txBox="1"/>
          <p:nvPr/>
        </p:nvSpPr>
        <p:spPr bwMode="auto">
          <a:xfrm flipH="0" flipV="0">
            <a:off x="2309224" y="4981627"/>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1418402273" name="ZoneTexte 1188730172"/>
          <p:cNvSpPr txBox="1"/>
          <p:nvPr/>
        </p:nvSpPr>
        <p:spPr bwMode="auto">
          <a:xfrm>
            <a:off x="2309226" y="5622069"/>
            <a:ext cx="1734594"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1387829570" name="Rectangle : avec coins arrondis en haut 1452601499"/>
          <p:cNvSpPr/>
          <p:nvPr/>
        </p:nvSpPr>
        <p:spPr bwMode="auto">
          <a:xfrm rot="5399976">
            <a:off x="1724006" y="2549025"/>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63620339" name="Rectangle : avec coins arrondis en haut 1782110635"/>
          <p:cNvSpPr/>
          <p:nvPr/>
        </p:nvSpPr>
        <p:spPr bwMode="auto">
          <a:xfrm rot="5399976">
            <a:off x="1718298" y="3188331"/>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77880148" name="Rectangle : avec coins arrondis en haut 945118596"/>
          <p:cNvSpPr/>
          <p:nvPr/>
        </p:nvSpPr>
        <p:spPr bwMode="auto">
          <a:xfrm rot="5399976">
            <a:off x="1725139" y="382094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2017424" name="Rectangle : avec coins arrondis en haut 500951796"/>
          <p:cNvSpPr/>
          <p:nvPr/>
        </p:nvSpPr>
        <p:spPr bwMode="auto">
          <a:xfrm rot="5399976">
            <a:off x="1718299" y="446138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31207641" name="Rectangle : avec coins arrondis en haut 203047490"/>
          <p:cNvSpPr/>
          <p:nvPr/>
        </p:nvSpPr>
        <p:spPr bwMode="auto">
          <a:xfrm rot="5399976">
            <a:off x="1718299" y="510182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25194779" name="Rectangle : avec coins arrondis en haut 818083012"/>
          <p:cNvSpPr/>
          <p:nvPr/>
        </p:nvSpPr>
        <p:spPr bwMode="auto">
          <a:xfrm rot="5399976">
            <a:off x="1718299" y="574226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49041578" name="Rectangle : avec coins arrondis en haut 310539005"/>
          <p:cNvSpPr/>
          <p:nvPr/>
        </p:nvSpPr>
        <p:spPr bwMode="auto">
          <a:xfrm rot="5399976">
            <a:off x="3987158" y="2549025"/>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49877792" name="Rectangle : avec coins arrondis en haut 844307487"/>
          <p:cNvSpPr/>
          <p:nvPr/>
        </p:nvSpPr>
        <p:spPr bwMode="auto">
          <a:xfrm rot="5399976">
            <a:off x="3981451" y="3188331"/>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04795253" name="Rectangle : avec coins arrondis en haut 1616510051"/>
          <p:cNvSpPr/>
          <p:nvPr/>
        </p:nvSpPr>
        <p:spPr bwMode="auto">
          <a:xfrm rot="5399976">
            <a:off x="3988291" y="382094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21071030" name="Rectangle : avec coins arrondis en haut 1451691637"/>
          <p:cNvSpPr/>
          <p:nvPr/>
        </p:nvSpPr>
        <p:spPr bwMode="auto">
          <a:xfrm rot="5399976">
            <a:off x="3981451" y="446138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12871095" name="Rectangle : avec coins arrondis en haut 260383743"/>
          <p:cNvSpPr/>
          <p:nvPr/>
        </p:nvSpPr>
        <p:spPr bwMode="auto">
          <a:xfrm rot="5399976">
            <a:off x="3981451" y="510182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40314604" name="Rectangle : avec coins arrondis en haut 1280344391"/>
          <p:cNvSpPr/>
          <p:nvPr/>
        </p:nvSpPr>
        <p:spPr bwMode="auto">
          <a:xfrm rot="5399976">
            <a:off x="3981451" y="574226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80524393"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736558263"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1282742848"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1109749774"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2008912901" name=""/>
          <p:cNvSpPr txBox="1"/>
          <p:nvPr/>
        </p:nvSpPr>
        <p:spPr bwMode="auto">
          <a:xfrm rot="0" flipH="0" flipV="0">
            <a:off x="3426224" y="9186383"/>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02082494"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75045288" name="ZoneTexte 1527388901"/>
          <p:cNvSpPr txBox="1"/>
          <p:nvPr/>
        </p:nvSpPr>
        <p:spPr bwMode="auto">
          <a:xfrm flipH="0" flipV="0">
            <a:off x="4211020"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1664863639" name="Rectangle 38344096"/>
          <p:cNvSpPr/>
          <p:nvPr/>
        </p:nvSpPr>
        <p:spPr bwMode="auto">
          <a:xfrm flipH="0" flipV="0">
            <a:off x="6688316" y="617159"/>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87607335"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710073523" name="Flèche : pentagone 2055848356"/>
          <p:cNvSpPr/>
          <p:nvPr/>
        </p:nvSpPr>
        <p:spPr bwMode="auto">
          <a:xfrm flipH="0" flipV="0">
            <a:off x="5949464"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61523880" name="Flèche : pentagone 1980093981"/>
          <p:cNvSpPr/>
          <p:nvPr/>
        </p:nvSpPr>
        <p:spPr bwMode="auto">
          <a:xfrm flipH="0" flipV="0">
            <a:off x="6100139"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31580251" name="Flèche : pentagone 905284374"/>
          <p:cNvSpPr/>
          <p:nvPr/>
        </p:nvSpPr>
        <p:spPr bwMode="auto">
          <a:xfrm flipH="0" flipV="0">
            <a:off x="6250818"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76457569" name="ZoneTexte 1440859034"/>
          <p:cNvSpPr txBox="1"/>
          <p:nvPr/>
        </p:nvSpPr>
        <p:spPr bwMode="auto">
          <a:xfrm>
            <a:off x="5763545" y="7138872"/>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549150966" name="Flèche : pentagone 1880610112"/>
          <p:cNvSpPr/>
          <p:nvPr/>
        </p:nvSpPr>
        <p:spPr bwMode="auto">
          <a:xfrm flipH="0" flipV="0">
            <a:off x="5798789" y="7549779"/>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93793439" name="Flèche : pentagone 446859139"/>
          <p:cNvSpPr/>
          <p:nvPr/>
        </p:nvSpPr>
        <p:spPr bwMode="auto">
          <a:xfrm flipH="0" flipV="0">
            <a:off x="5949464"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29174657" name="Flèche : pentagone 2055848356"/>
          <p:cNvSpPr/>
          <p:nvPr/>
        </p:nvSpPr>
        <p:spPr bwMode="auto">
          <a:xfrm flipH="0" flipV="0">
            <a:off x="610014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2715580" name="Flèche : pentagone 1980093981"/>
          <p:cNvSpPr/>
          <p:nvPr/>
        </p:nvSpPr>
        <p:spPr bwMode="auto">
          <a:xfrm flipH="0" flipV="0">
            <a:off x="6250818"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6734789" name="Flèche : pentagone 905284374"/>
          <p:cNvSpPr/>
          <p:nvPr/>
        </p:nvSpPr>
        <p:spPr bwMode="auto">
          <a:xfrm flipH="0" flipV="0">
            <a:off x="640149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29701540" name="ZoneTexte 1440859034"/>
          <p:cNvSpPr txBox="1"/>
          <p:nvPr/>
        </p:nvSpPr>
        <p:spPr bwMode="auto">
          <a:xfrm>
            <a:off x="5757631" y="7355218"/>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STRESS</a:t>
            </a:r>
            <a:endParaRPr sz="1600"/>
          </a:p>
        </p:txBody>
      </p:sp>
      <p:sp>
        <p:nvSpPr>
          <p:cNvPr id="252799845" name="Flèche : pentagone 2055848356"/>
          <p:cNvSpPr/>
          <p:nvPr/>
        </p:nvSpPr>
        <p:spPr bwMode="auto">
          <a:xfrm flipH="0" flipV="0">
            <a:off x="5949464"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4788804" name="Flèche : pentagone 1980093981"/>
          <p:cNvSpPr/>
          <p:nvPr/>
        </p:nvSpPr>
        <p:spPr bwMode="auto">
          <a:xfrm flipH="0" flipV="0">
            <a:off x="6100139"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94626648" name="Flèche : pentagone 905284374"/>
          <p:cNvSpPr/>
          <p:nvPr/>
        </p:nvSpPr>
        <p:spPr bwMode="auto">
          <a:xfrm flipH="0" flipV="0">
            <a:off x="6250818"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79529534" name="ZoneTexte 1440859034"/>
          <p:cNvSpPr txBox="1"/>
          <p:nvPr/>
        </p:nvSpPr>
        <p:spPr bwMode="auto">
          <a:xfrm>
            <a:off x="5763725" y="7777056"/>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1781873730" name=""/>
          <p:cNvSpPr txBox="1"/>
          <p:nvPr/>
        </p:nvSpPr>
        <p:spPr bwMode="auto">
          <a:xfrm rot="0" flipH="0" flipV="0">
            <a:off x="3426224" y="9345174"/>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7868813" name=""/>
          <p:cNvSpPr txBox="1"/>
          <p:nvPr/>
        </p:nvSpPr>
        <p:spPr bwMode="auto">
          <a:xfrm rot="0" flipH="0" flipV="0">
            <a:off x="5270756" y="918638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49841803" name=""/>
          <p:cNvSpPr txBox="1"/>
          <p:nvPr/>
        </p:nvSpPr>
        <p:spPr bwMode="auto">
          <a:xfrm rot="0" flipH="0" flipV="0">
            <a:off x="5270756" y="9345174"/>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45459347"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72758515"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1899523897"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51017717"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1525835065"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09570207"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416149107"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831548298"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39296341"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1367129143"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1448862591"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462678969"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49181245"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3781736"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8272194"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7050716"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34923930"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074806287"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987266329"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1753943238"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1870179182"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01836314"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73344706"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606519231"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804265967"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005744922"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7437140"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60400657"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632680430"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868709823"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23259890"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49310510"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87986339"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489404281"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746874062" name=""/>
          <p:cNvSpPr txBox="1"/>
          <p:nvPr/>
        </p:nvSpPr>
        <p:spPr bwMode="auto">
          <a:xfrm rot="0" flipH="0" flipV="0">
            <a:off x="58496" y="7331037"/>
            <a:ext cx="6716677"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Côtoyer le personnage</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Accorder de l’attention au personnage</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a:t>
            </a:r>
            <a:endParaRPr/>
          </a:p>
        </p:txBody>
      </p:sp>
      <p:cxnSp>
        <p:nvCxnSpPr>
          <p:cNvPr id="239527333"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95113412" name="ZoneTexte 406616703"/>
          <p:cNvSpPr txBox="1"/>
          <p:nvPr/>
        </p:nvSpPr>
        <p:spPr bwMode="auto">
          <a:xfrm flipH="0" flipV="0">
            <a:off x="47485" y="8087728"/>
            <a:ext cx="337465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1008767577" name=""/>
          <p:cNvSpPr txBox="1"/>
          <p:nvPr/>
        </p:nvSpPr>
        <p:spPr bwMode="auto">
          <a:xfrm rot="0" flipH="0" flipV="0">
            <a:off x="58495" y="8374473"/>
            <a:ext cx="6719196" cy="14634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600989133"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12049831"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1923723912" name="Connecteur droit 1586327141"/>
          <p:cNvCxnSpPr/>
          <p:nvPr/>
        </p:nvCxnSpPr>
        <p:spPr bwMode="auto">
          <a:xfrm flipV="1">
            <a:off x="-56172" y="2187572"/>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96191006" name="ZoneTexte 1691387439"/>
          <p:cNvSpPr txBox="1"/>
          <p:nvPr/>
        </p:nvSpPr>
        <p:spPr bwMode="auto">
          <a:xfrm>
            <a:off x="-56171" y="2004509"/>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716979864"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89531004"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1213771974"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72621845"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1520171"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2614581"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3871741"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72155"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27392393" name="ZoneTexte 1693594013"/>
          <p:cNvSpPr txBox="1"/>
          <p:nvPr/>
        </p:nvSpPr>
        <p:spPr bwMode="auto">
          <a:xfrm flipH="0" flipV="0">
            <a:off x="3252186" y="6489751"/>
            <a:ext cx="3578947" cy="301788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chaque test de maîtrise de soi, cochez une case de faim.</a:t>
            </a:r>
            <a:r>
              <a:rPr lang="fr-FR" sz="800" b="0" i="0" u="none" strike="noStrike" cap="none" spc="0">
                <a:solidFill>
                  <a:schemeClr val="tx1">
                    <a:lumMod val="50000"/>
                    <a:lumOff val="50000"/>
                  </a:schemeClr>
                </a:solidFill>
                <a:latin typeface="+mn-lt"/>
                <a:ea typeface="+mn-ea"/>
                <a:cs typeface="+mn-cs"/>
              </a:rPr>
              <a:t> Vous pouvez diminuer votre faim en vous laissant aller à celle-ci au cours d’une scène.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inférieure à 65,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547078835"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1845168150" name="ZoneTexte 2064865984"/>
          <p:cNvSpPr txBox="1"/>
          <p:nvPr/>
        </p:nvSpPr>
        <p:spPr bwMode="auto">
          <a:xfrm flipH="0" flipV="0">
            <a:off x="972" y="3286432"/>
            <a:ext cx="2000790"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d’une scène.</a:t>
            </a:r>
            <a:endParaRPr/>
          </a:p>
        </p:txBody>
      </p:sp>
      <p:sp>
        <p:nvSpPr>
          <p:cNvPr id="730661819" name="ZoneTexte 1387173154"/>
          <p:cNvSpPr txBox="1"/>
          <p:nvPr/>
        </p:nvSpPr>
        <p:spPr bwMode="auto">
          <a:xfrm>
            <a:off x="1933040" y="3296307"/>
            <a:ext cx="2289743" cy="2103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lang="fr-FR" sz="800" b="0" i="0" u="none" strike="noStrike" cap="none" spc="0">
              <a:solidFill>
                <a:schemeClr val="tx1">
                  <a:lumMod val="50000"/>
                  <a:lumOff val="50000"/>
                </a:schemeClr>
              </a:solidFill>
              <a:latin typeface="Arial"/>
              <a:cs typeface="Arial"/>
            </a:endParaRPr>
          </a:p>
        </p:txBody>
      </p:sp>
      <p:sp>
        <p:nvSpPr>
          <p:cNvPr id="1044739637" name="ZoneTexte 523755832"/>
          <p:cNvSpPr txBox="1"/>
          <p:nvPr/>
        </p:nvSpPr>
        <p:spPr bwMode="auto">
          <a:xfrm flipH="0" flipV="0">
            <a:off x="4180724" y="3296306"/>
            <a:ext cx="2673846" cy="210348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621172540"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42636605" name="ZoneTexte 34398067"/>
          <p:cNvSpPr txBox="1"/>
          <p:nvPr/>
        </p:nvSpPr>
        <p:spPr bwMode="auto">
          <a:xfrm>
            <a:off x="-5859" y="5446451"/>
            <a:ext cx="283343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Autres</a:t>
            </a:r>
            <a:r>
              <a:rPr sz="1800" b="0">
                <a:solidFill>
                  <a:schemeClr val="tx1">
                    <a:lumMod val="75000"/>
                    <a:lumOff val="25000"/>
                  </a:schemeClr>
                </a:solidFill>
              </a:rPr>
              <a:t> Pouvoirs</a:t>
            </a:r>
            <a:endParaRPr/>
          </a:p>
        </p:txBody>
      </p:sp>
      <p:sp>
        <p:nvSpPr>
          <p:cNvPr id="1029583738" name="ZoneTexte 273581705"/>
          <p:cNvSpPr txBox="1"/>
          <p:nvPr/>
        </p:nvSpPr>
        <p:spPr bwMode="auto">
          <a:xfrm>
            <a:off x="972" y="5871949"/>
            <a:ext cx="3029678" cy="371409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1428185201"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834982786"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166140385" name="ZoneTexte 1"/>
          <p:cNvSpPr txBox="1"/>
          <p:nvPr/>
        </p:nvSpPr>
        <p:spPr bwMode="auto">
          <a:xfrm flipH="0" flipV="0">
            <a:off x="3449955" y="531376"/>
            <a:ext cx="3421777"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Votre</a:t>
            </a:r>
            <a:r>
              <a:rPr lang="fr-FR" sz="900">
                <a:solidFill>
                  <a:schemeClr val="tx1">
                    <a:lumMod val="50000"/>
                    <a:lumOff val="50000"/>
                  </a:schemeClr>
                </a:solidFill>
              </a:rPr>
              <a:t> </a:t>
            </a:r>
            <a:r>
              <a:rPr lang="en-US" sz="900">
                <a:solidFill>
                  <a:schemeClr val="tx1">
                    <a:lumMod val="50000"/>
                    <a:lumOff val="50000"/>
                  </a:schemeClr>
                </a:solidFill>
              </a:rPr>
              <a:t>corps </a:t>
            </a:r>
            <a:r>
              <a:rPr lang="en-US" sz="900">
                <a:solidFill>
                  <a:schemeClr val="tx1">
                    <a:lumMod val="50000"/>
                    <a:lumOff val="50000"/>
                  </a:schemeClr>
                </a:solidFill>
              </a:rPr>
              <a:t>s’</a:t>
            </a:r>
            <a:r>
              <a:rPr lang="fr-FR" sz="900">
                <a:solidFill>
                  <a:schemeClr val="tx1">
                    <a:lumMod val="50000"/>
                    <a:lumOff val="50000"/>
                  </a:schemeClr>
                </a:solidFill>
              </a:rPr>
              <a:t>est</a:t>
            </a:r>
            <a:r>
              <a:rPr lang="fr-FR" sz="900">
                <a:solidFill>
                  <a:schemeClr val="tx1">
                    <a:lumMod val="50000"/>
                    <a:lumOff val="50000"/>
                  </a:schemeClr>
                </a:solidFill>
              </a:rPr>
              <a:t> </a:t>
            </a:r>
            <a:r>
              <a:rPr lang="fr-FR" sz="900">
                <a:solidFill>
                  <a:schemeClr val="tx1">
                    <a:lumMod val="50000"/>
                    <a:lumOff val="50000"/>
                  </a:schemeClr>
                </a:solidFill>
              </a:rPr>
              <a:t>renforcé</a:t>
            </a:r>
            <a:r>
              <a:rPr lang="fr-FR" sz="900">
                <a:solidFill>
                  <a:schemeClr val="tx1">
                    <a:lumMod val="50000"/>
                    <a:lumOff val="50000"/>
                  </a:schemeClr>
                </a:solidFill>
              </a:rPr>
              <a:t> </a:t>
            </a:r>
            <a:r>
              <a:rPr lang="fr-FR" sz="900">
                <a:solidFill>
                  <a:schemeClr val="tx1">
                    <a:lumMod val="50000"/>
                    <a:lumOff val="50000"/>
                  </a:schemeClr>
                </a:solidFill>
              </a:rPr>
              <a:t>et </a:t>
            </a:r>
            <a:r>
              <a:rPr lang="fr-FR" sz="900">
                <a:solidFill>
                  <a:schemeClr val="tx1">
                    <a:lumMod val="50000"/>
                    <a:lumOff val="50000"/>
                  </a:schemeClr>
                </a:solidFill>
              </a:rPr>
              <a:t>il </a:t>
            </a:r>
            <a:r>
              <a:rPr lang="fr-FR" sz="900">
                <a:solidFill>
                  <a:schemeClr val="tx1">
                    <a:lumMod val="50000"/>
                    <a:lumOff val="50000"/>
                  </a:schemeClr>
                </a:solidFill>
              </a:rPr>
              <a:t>guérit</a:t>
            </a:r>
            <a:r>
              <a:rPr lang="fr-FR" sz="900">
                <a:solidFill>
                  <a:schemeClr val="tx1">
                    <a:lumMod val="50000"/>
                    <a:lumOff val="50000"/>
                  </a:schemeClr>
                </a:solidFill>
              </a:rPr>
              <a:t> </a:t>
            </a:r>
            <a:r>
              <a:rPr lang="fr-FR" sz="900">
                <a:solidFill>
                  <a:schemeClr val="tx1">
                    <a:lumMod val="50000"/>
                    <a:lumOff val="50000"/>
                  </a:schemeClr>
                </a:solidFill>
              </a:rPr>
              <a:t>maintenant</a:t>
            </a:r>
            <a:r>
              <a:rPr lang="fr-FR" sz="900">
                <a:solidFill>
                  <a:schemeClr val="tx1">
                    <a:lumMod val="50000"/>
                    <a:lumOff val="50000"/>
                  </a:schemeClr>
                </a:solidFill>
              </a:rPr>
              <a:t> </a:t>
            </a:r>
            <a:r>
              <a:rPr lang="fr-FR" sz="900">
                <a:solidFill>
                  <a:schemeClr val="tx1">
                    <a:lumMod val="50000"/>
                    <a:lumOff val="50000"/>
                  </a:schemeClr>
                </a:solidFill>
              </a:rPr>
              <a:t>très </a:t>
            </a:r>
            <a:r>
              <a:rPr lang="fr-FR" sz="900">
                <a:solidFill>
                  <a:schemeClr val="tx1">
                    <a:lumMod val="50000"/>
                    <a:lumOff val="50000"/>
                  </a:schemeClr>
                </a:solidFill>
              </a:rPr>
              <a:t>vite</a:t>
            </a:r>
            <a:r>
              <a:rPr lang="fr-FR" sz="900">
                <a:solidFill>
                  <a:schemeClr val="tx1">
                    <a:lumMod val="50000"/>
                    <a:lumOff val="50000"/>
                  </a:schemeClr>
                </a:solidFill>
              </a:rPr>
              <a:t> </a:t>
            </a:r>
            <a:r>
              <a:rPr lang="fr-FR" sz="900">
                <a:solidFill>
                  <a:schemeClr val="tx1">
                    <a:lumMod val="50000"/>
                    <a:lumOff val="50000"/>
                  </a:schemeClr>
                </a:solidFill>
              </a:rPr>
              <a:t>de </a:t>
            </a:r>
            <a:r>
              <a:rPr lang="fr-FR" sz="900">
                <a:solidFill>
                  <a:schemeClr val="tx1">
                    <a:lumMod val="50000"/>
                    <a:lumOff val="50000"/>
                  </a:schemeClr>
                </a:solidFill>
              </a:rPr>
              <a:t>ses</a:t>
            </a:r>
            <a:r>
              <a:rPr lang="fr-FR" sz="900">
                <a:solidFill>
                  <a:schemeClr val="tx1">
                    <a:lumMod val="50000"/>
                    <a:lumOff val="50000"/>
                  </a:schemeClr>
                </a:solidFill>
              </a:rPr>
              <a:t> </a:t>
            </a:r>
            <a:r>
              <a:rPr lang="fr-FR" sz="900">
                <a:solidFill>
                  <a:schemeClr val="tx1">
                    <a:lumMod val="50000"/>
                    <a:lumOff val="50000"/>
                  </a:schemeClr>
                </a:solidFill>
              </a:rPr>
              <a:t>blessures</a:t>
            </a:r>
            <a:r>
              <a:rPr lang="fr-FR" sz="900">
                <a:solidFill>
                  <a:schemeClr val="tx1">
                    <a:lumMod val="50000"/>
                    <a:lumOff val="50000"/>
                  </a:schemeClr>
                </a:solidFill>
              </a:rPr>
              <a:t> </a:t>
            </a:r>
            <a:r>
              <a:rPr lang="en-US" sz="900">
                <a:solidFill>
                  <a:schemeClr val="tx1">
                    <a:lumMod val="50000"/>
                    <a:lumOff val="50000"/>
                  </a:schemeClr>
                </a:solidFill>
              </a:rPr>
              <a:t>; </a:t>
            </a:r>
            <a:r>
              <a:rPr lang="fr-FR" sz="900">
                <a:solidFill>
                  <a:schemeClr val="tx1">
                    <a:lumMod val="50000"/>
                    <a:lumOff val="50000"/>
                  </a:schemeClr>
                </a:solidFill>
              </a:rPr>
              <a:t>vos</a:t>
            </a:r>
            <a:r>
              <a:rPr lang="fr-FR" sz="900">
                <a:solidFill>
                  <a:schemeClr val="tx1">
                    <a:lumMod val="50000"/>
                    <a:lumOff val="50000"/>
                  </a:schemeClr>
                </a:solidFill>
              </a:rPr>
              <a:t> </a:t>
            </a:r>
            <a:r>
              <a:rPr lang="en-US" sz="900">
                <a:solidFill>
                  <a:schemeClr val="tx1">
                    <a:lumMod val="50000"/>
                    <a:lumOff val="50000"/>
                  </a:schemeClr>
                </a:solidFill>
              </a:rPr>
              <a:t>sens</a:t>
            </a:r>
            <a:r>
              <a:rPr lang="en-US" sz="900">
                <a:solidFill>
                  <a:schemeClr val="tx1">
                    <a:lumMod val="50000"/>
                    <a:lumOff val="50000"/>
                  </a:schemeClr>
                </a:solidFill>
              </a:rPr>
              <a:t> </a:t>
            </a:r>
            <a:r>
              <a:rPr lang="fr-FR" sz="900">
                <a:solidFill>
                  <a:schemeClr val="tx1">
                    <a:lumMod val="50000"/>
                    <a:lumOff val="50000"/>
                  </a:schemeClr>
                </a:solidFill>
              </a:rPr>
              <a:t>sont</a:t>
            </a:r>
            <a:r>
              <a:rPr lang="fr-FR" sz="900">
                <a:solidFill>
                  <a:schemeClr val="tx1">
                    <a:lumMod val="50000"/>
                    <a:lumOff val="50000"/>
                  </a:schemeClr>
                </a:solidFill>
              </a:rPr>
              <a:t> </a:t>
            </a:r>
            <a:r>
              <a:rPr lang="en-US" sz="900">
                <a:solidFill>
                  <a:schemeClr val="tx1">
                    <a:lumMod val="50000"/>
                    <a:lumOff val="50000"/>
                  </a:schemeClr>
                </a:solidFill>
              </a:rPr>
              <a:t>plus </a:t>
            </a:r>
            <a:r>
              <a:rPr lang="fr-FR" sz="900">
                <a:solidFill>
                  <a:schemeClr val="tx1">
                    <a:lumMod val="50000"/>
                    <a:lumOff val="50000"/>
                  </a:schemeClr>
                </a:solidFill>
              </a:rPr>
              <a:t>affûtés</a:t>
            </a:r>
            <a:r>
              <a:rPr lang="en-US" sz="900">
                <a:solidFill>
                  <a:schemeClr val="tx1">
                    <a:lumMod val="50000"/>
                    <a:lumOff val="50000"/>
                  </a:schemeClr>
                </a:solidFill>
              </a:rPr>
              <a:t>, </a:t>
            </a:r>
            <a:r>
              <a:rPr lang="fr-FR" sz="900">
                <a:solidFill>
                  <a:schemeClr val="tx1">
                    <a:lumMod val="50000"/>
                    <a:lumOff val="50000"/>
                  </a:schemeClr>
                </a:solidFill>
              </a:rPr>
              <a:t>surtout </a:t>
            </a:r>
            <a:r>
              <a:rPr lang="fr-FR" sz="900">
                <a:solidFill>
                  <a:schemeClr val="tx1">
                    <a:lumMod val="50000"/>
                    <a:lumOff val="50000"/>
                  </a:schemeClr>
                </a:solidFill>
              </a:rPr>
              <a:t>votre</a:t>
            </a:r>
            <a:r>
              <a:rPr lang="fr-FR" sz="900">
                <a:solidFill>
                  <a:schemeClr val="tx1">
                    <a:lumMod val="50000"/>
                    <a:lumOff val="50000"/>
                  </a:schemeClr>
                </a:solidFill>
              </a:rPr>
              <a:t> </a:t>
            </a:r>
            <a:r>
              <a:rPr lang="fr-FR" sz="900">
                <a:solidFill>
                  <a:schemeClr val="tx1">
                    <a:lumMod val="50000"/>
                    <a:lumOff val="50000"/>
                  </a:schemeClr>
                </a:solidFill>
              </a:rPr>
              <a:t>ouïe</a:t>
            </a:r>
            <a:r>
              <a:rPr lang="fr-FR" sz="900">
                <a:solidFill>
                  <a:schemeClr val="tx1">
                    <a:lumMod val="50000"/>
                    <a:lumOff val="50000"/>
                  </a:schemeClr>
                </a:solidFill>
              </a:rPr>
              <a:t> </a:t>
            </a:r>
            <a:r>
              <a:rPr lang="fr-FR" sz="900">
                <a:solidFill>
                  <a:schemeClr val="tx1">
                    <a:lumMod val="50000"/>
                    <a:lumOff val="50000"/>
                  </a:schemeClr>
                </a:solidFill>
              </a:rPr>
              <a:t>et </a:t>
            </a:r>
            <a:r>
              <a:rPr lang="fr-FR" sz="900">
                <a:solidFill>
                  <a:schemeClr val="tx1">
                    <a:lumMod val="50000"/>
                    <a:lumOff val="50000"/>
                  </a:schemeClr>
                </a:solidFill>
              </a:rPr>
              <a:t>votre</a:t>
            </a:r>
            <a:r>
              <a:rPr lang="fr-FR" sz="900">
                <a:solidFill>
                  <a:schemeClr val="tx1">
                    <a:lumMod val="50000"/>
                    <a:lumOff val="50000"/>
                  </a:schemeClr>
                </a:solidFill>
              </a:rPr>
              <a:t> </a:t>
            </a:r>
            <a:r>
              <a:rPr lang="fr-FR" sz="900">
                <a:solidFill>
                  <a:schemeClr val="tx1">
                    <a:lumMod val="50000"/>
                    <a:lumOff val="50000"/>
                  </a:schemeClr>
                </a:solidFill>
              </a:rPr>
              <a:t>odorat</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sentez</a:t>
            </a:r>
            <a:r>
              <a:rPr lang="fr-FR" sz="900">
                <a:solidFill>
                  <a:schemeClr val="tx1">
                    <a:lumMod val="50000"/>
                    <a:lumOff val="50000"/>
                  </a:schemeClr>
                </a:solidFill>
              </a:rPr>
              <a:t> </a:t>
            </a:r>
            <a:r>
              <a:rPr lang="fr-FR" sz="900">
                <a:solidFill>
                  <a:schemeClr val="tx1">
                    <a:lumMod val="50000"/>
                    <a:lumOff val="50000"/>
                  </a:schemeClr>
                </a:solidFill>
              </a:rPr>
              <a:t>également</a:t>
            </a:r>
            <a:r>
              <a:rPr lang="fr-FR" sz="900">
                <a:solidFill>
                  <a:schemeClr val="tx1">
                    <a:lumMod val="50000"/>
                    <a:lumOff val="50000"/>
                  </a:schemeClr>
                </a:solidFill>
              </a:rPr>
              <a:t> </a:t>
            </a:r>
            <a:r>
              <a:rPr lang="en-US" sz="900">
                <a:solidFill>
                  <a:schemeClr val="tx1">
                    <a:lumMod val="50000"/>
                    <a:lumOff val="50000"/>
                  </a:schemeClr>
                </a:solidFill>
              </a:rPr>
              <a:t>la fascination </a:t>
            </a:r>
            <a:r>
              <a:rPr lang="fr-FR" sz="900">
                <a:solidFill>
                  <a:schemeClr val="tx1">
                    <a:lumMod val="50000"/>
                    <a:lumOff val="50000"/>
                  </a:schemeClr>
                </a:solidFill>
              </a:rPr>
              <a:t>mêlée </a:t>
            </a:r>
            <a:r>
              <a:rPr lang="fr-FR" sz="900">
                <a:solidFill>
                  <a:schemeClr val="tx1">
                    <a:lumMod val="50000"/>
                    <a:lumOff val="50000"/>
                  </a:schemeClr>
                </a:solidFill>
              </a:rPr>
              <a:t>de </a:t>
            </a:r>
            <a:r>
              <a:rPr lang="fr-FR" sz="900">
                <a:solidFill>
                  <a:schemeClr val="tx1">
                    <a:lumMod val="50000"/>
                    <a:lumOff val="50000"/>
                  </a:schemeClr>
                </a:solidFill>
              </a:rPr>
              <a:t>peur</a:t>
            </a:r>
            <a:r>
              <a:rPr lang="fr-FR" sz="900">
                <a:solidFill>
                  <a:schemeClr val="tx1">
                    <a:lumMod val="50000"/>
                    <a:lumOff val="50000"/>
                  </a:schemeClr>
                </a:solidFill>
              </a:rPr>
              <a:t> </a:t>
            </a:r>
            <a:r>
              <a:rPr lang="en-US" sz="900">
                <a:solidFill>
                  <a:schemeClr val="tx1">
                    <a:lumMod val="50000"/>
                    <a:lumOff val="50000"/>
                  </a:schemeClr>
                </a:solidFill>
              </a:rPr>
              <a:t>diffuse </a:t>
            </a:r>
            <a:r>
              <a:rPr lang="fr-FR" sz="900">
                <a:solidFill>
                  <a:schemeClr val="tx1">
                    <a:lumMod val="50000"/>
                    <a:lumOff val="50000"/>
                  </a:schemeClr>
                </a:solidFill>
              </a:rPr>
              <a:t>que</a:t>
            </a:r>
            <a:r>
              <a:rPr lang="fr-FR"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provoquez</a:t>
            </a:r>
            <a:r>
              <a:rPr lang="fr-FR" sz="900">
                <a:solidFill>
                  <a:schemeClr val="tx1">
                    <a:lumMod val="50000"/>
                    <a:lumOff val="50000"/>
                  </a:schemeClr>
                </a:solidFill>
              </a:rPr>
              <a:t> </a:t>
            </a:r>
            <a:r>
              <a:rPr lang="fr-FR" sz="900">
                <a:solidFill>
                  <a:schemeClr val="tx1">
                    <a:lumMod val="50000"/>
                    <a:lumOff val="50000"/>
                  </a:schemeClr>
                </a:solidFill>
              </a:rPr>
              <a:t>chez </a:t>
            </a:r>
            <a:r>
              <a:rPr lang="fr-FR" sz="900">
                <a:solidFill>
                  <a:schemeClr val="tx1">
                    <a:lumMod val="50000"/>
                    <a:lumOff val="50000"/>
                  </a:schemeClr>
                </a:solidFill>
              </a:rPr>
              <a:t>les </a:t>
            </a:r>
            <a:r>
              <a:rPr lang="fr-FR" sz="900">
                <a:solidFill>
                  <a:schemeClr val="tx1">
                    <a:lumMod val="50000"/>
                    <a:lumOff val="50000"/>
                  </a:schemeClr>
                </a:solidFill>
              </a:rPr>
              <a:t>humains</a:t>
            </a:r>
            <a:r>
              <a:rPr lang="en-US" sz="900">
                <a:solidFill>
                  <a:schemeClr val="tx1">
                    <a:lumMod val="50000"/>
                    <a:lumOff val="50000"/>
                  </a:schemeClr>
                </a:solidFill>
              </a:rPr>
              <a:t>.</a:t>
            </a:r>
            <a:endParaRPr lang="fr-FR" sz="1600">
              <a:solidFill>
                <a:schemeClr val="tx1">
                  <a:lumMod val="50000"/>
                  <a:lumOff val="50000"/>
                </a:schemeClr>
              </a:solidFill>
            </a:endParaRPr>
          </a:p>
          <a:p>
            <a:pPr>
              <a:defRPr/>
            </a:pPr>
            <a:endParaRPr lang="en-US" sz="900"/>
          </a:p>
          <a:p>
            <a:pPr>
              <a:defRPr/>
            </a:pPr>
            <a:r>
              <a:rPr lang="en-US" sz="900">
                <a:solidFill>
                  <a:schemeClr val="tx1">
                    <a:lumMod val="50000"/>
                    <a:lumOff val="50000"/>
                  </a:schemeClr>
                </a:solidFill>
              </a:rPr>
              <a:t>Au </a:t>
            </a:r>
            <a:r>
              <a:rPr lang="fr-FR" sz="900">
                <a:solidFill>
                  <a:schemeClr val="tx1">
                    <a:lumMod val="50000"/>
                    <a:lumOff val="50000"/>
                  </a:schemeClr>
                </a:solidFill>
              </a:rPr>
              <a:t>chapitre</a:t>
            </a:r>
            <a:r>
              <a:rPr lang="fr-FR" sz="900">
                <a:solidFill>
                  <a:schemeClr val="tx1">
                    <a:lumMod val="50000"/>
                    <a:lumOff val="50000"/>
                  </a:schemeClr>
                </a:solidFill>
              </a:rPr>
              <a:t> </a:t>
            </a:r>
            <a:r>
              <a:rPr lang="fr-FR" sz="900">
                <a:solidFill>
                  <a:schemeClr val="tx1">
                    <a:lumMod val="50000"/>
                    <a:lumOff val="50000"/>
                  </a:schemeClr>
                </a:solidFill>
              </a:rPr>
              <a:t>des </a:t>
            </a:r>
            <a:r>
              <a:rPr lang="fr-FR" sz="900">
                <a:solidFill>
                  <a:schemeClr val="tx1">
                    <a:lumMod val="50000"/>
                    <a:lumOff val="50000"/>
                  </a:schemeClr>
                </a:solidFill>
              </a:rPr>
              <a:t>mauvaises</a:t>
            </a:r>
            <a:r>
              <a:rPr lang="fr-FR" sz="900">
                <a:solidFill>
                  <a:schemeClr val="tx1">
                    <a:lumMod val="50000"/>
                    <a:lumOff val="50000"/>
                  </a:schemeClr>
                </a:solidFill>
              </a:rPr>
              <a:t> </a:t>
            </a:r>
            <a:r>
              <a:rPr lang="fr-FR" sz="900">
                <a:solidFill>
                  <a:schemeClr val="tx1">
                    <a:lumMod val="50000"/>
                    <a:lumOff val="50000"/>
                  </a:schemeClr>
                </a:solidFill>
              </a:rPr>
              <a:t>nouvelles</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êtes</a:t>
            </a:r>
            <a:r>
              <a:rPr lang="fr-FR" sz="900">
                <a:solidFill>
                  <a:schemeClr val="tx1">
                    <a:lumMod val="50000"/>
                    <a:lumOff val="50000"/>
                  </a:schemeClr>
                </a:solidFill>
              </a:rPr>
              <a:t> </a:t>
            </a:r>
            <a:r>
              <a:rPr lang="fr-FR" sz="900">
                <a:solidFill>
                  <a:schemeClr val="tx1">
                    <a:lumMod val="50000"/>
                    <a:lumOff val="50000"/>
                  </a:schemeClr>
                </a:solidFill>
              </a:rPr>
              <a:t>devenu</a:t>
            </a:r>
            <a:r>
              <a:rPr lang="fr-FR" sz="900">
                <a:solidFill>
                  <a:schemeClr val="tx1">
                    <a:lumMod val="50000"/>
                    <a:lumOff val="50000"/>
                  </a:schemeClr>
                </a:solidFill>
              </a:rPr>
              <a:t> </a:t>
            </a:r>
            <a:r>
              <a:rPr lang="en-US" sz="900">
                <a:solidFill>
                  <a:schemeClr val="tx1">
                    <a:lumMod val="50000"/>
                    <a:lumOff val="50000"/>
                  </a:schemeClr>
                </a:solidFill>
              </a:rPr>
              <a:t>sensible à </a:t>
            </a:r>
            <a:r>
              <a:rPr lang="en-US" sz="900">
                <a:solidFill>
                  <a:schemeClr val="tx1">
                    <a:lumMod val="50000"/>
                    <a:lumOff val="50000"/>
                  </a:schemeClr>
                </a:solidFill>
              </a:rPr>
              <a:t>l’</a:t>
            </a:r>
            <a:r>
              <a:rPr lang="fr-FR" sz="900">
                <a:solidFill>
                  <a:schemeClr val="tx1">
                    <a:lumMod val="50000"/>
                    <a:lumOff val="50000"/>
                  </a:schemeClr>
                </a:solidFill>
              </a:rPr>
              <a:t>argent</a:t>
            </a:r>
            <a:r>
              <a:rPr lang="fr-FR" sz="900">
                <a:solidFill>
                  <a:schemeClr val="tx1">
                    <a:lumMod val="50000"/>
                    <a:lumOff val="50000"/>
                  </a:schemeClr>
                </a:solidFill>
              </a:rPr>
              <a:t> </a:t>
            </a:r>
            <a:r>
              <a:rPr lang="fr-FR" sz="900">
                <a:solidFill>
                  <a:schemeClr val="tx1">
                    <a:lumMod val="50000"/>
                    <a:lumOff val="50000"/>
                  </a:schemeClr>
                </a:solidFill>
              </a:rPr>
              <a:t>et </a:t>
            </a:r>
            <a:r>
              <a:rPr lang="en-US" sz="900">
                <a:solidFill>
                  <a:schemeClr val="tx1">
                    <a:lumMod val="50000"/>
                    <a:lumOff val="50000"/>
                  </a:schemeClr>
                </a:solidFill>
              </a:rPr>
              <a:t>à </a:t>
            </a:r>
            <a:r>
              <a:rPr lang="en-US" sz="900">
                <a:solidFill>
                  <a:schemeClr val="tx1">
                    <a:lumMod val="50000"/>
                    <a:lumOff val="50000"/>
                  </a:schemeClr>
                </a:solidFill>
              </a:rPr>
              <a:t>l’</a:t>
            </a:r>
            <a:r>
              <a:rPr lang="fr-FR" sz="900">
                <a:solidFill>
                  <a:schemeClr val="tx1">
                    <a:lumMod val="50000"/>
                    <a:lumOff val="50000"/>
                  </a:schemeClr>
                </a:solidFill>
              </a:rPr>
              <a:t>aconit</a:t>
            </a:r>
            <a:r>
              <a:rPr lang="en-US" sz="900">
                <a:solidFill>
                  <a:schemeClr val="tx1">
                    <a:lumMod val="50000"/>
                    <a:lumOff val="50000"/>
                  </a:schemeClr>
                </a:solidFill>
              </a:rPr>
              <a:t>. </a:t>
            </a:r>
            <a:r>
              <a:rPr lang="fr-FR" sz="900">
                <a:solidFill>
                  <a:schemeClr val="tx1">
                    <a:lumMod val="50000"/>
                    <a:lumOff val="50000"/>
                  </a:schemeClr>
                </a:solidFill>
              </a:rPr>
              <a:t>Maintenir</a:t>
            </a:r>
            <a:r>
              <a:rPr lang="fr-FR" sz="900">
                <a:solidFill>
                  <a:schemeClr val="tx1">
                    <a:lumMod val="50000"/>
                    <a:lumOff val="50000"/>
                  </a:schemeClr>
                </a:solidFill>
              </a:rPr>
              <a:t> </a:t>
            </a:r>
            <a:r>
              <a:rPr lang="fr-FR" sz="900">
                <a:solidFill>
                  <a:schemeClr val="tx1">
                    <a:lumMod val="50000"/>
                    <a:lumOff val="50000"/>
                  </a:schemeClr>
                </a:solidFill>
              </a:rPr>
              <a:t>le </a:t>
            </a:r>
            <a:r>
              <a:rPr lang="en-US" sz="900">
                <a:solidFill>
                  <a:schemeClr val="tx1">
                    <a:lumMod val="50000"/>
                    <a:lumOff val="50000"/>
                  </a:schemeClr>
                </a:solidFill>
              </a:rPr>
              <a:t>secret </a:t>
            </a:r>
            <a:r>
              <a:rPr lang="fr-FR" sz="900">
                <a:solidFill>
                  <a:schemeClr val="tx1">
                    <a:lumMod val="50000"/>
                    <a:lumOff val="50000"/>
                  </a:schemeClr>
                </a:solidFill>
              </a:rPr>
              <a:t>de </a:t>
            </a:r>
            <a:r>
              <a:rPr lang="fr-FR" sz="900">
                <a:solidFill>
                  <a:schemeClr val="tx1">
                    <a:lumMod val="50000"/>
                    <a:lumOff val="50000"/>
                  </a:schemeClr>
                </a:solidFill>
              </a:rPr>
              <a:t>votre</a:t>
            </a:r>
            <a:r>
              <a:rPr lang="fr-FR" sz="900">
                <a:solidFill>
                  <a:schemeClr val="tx1">
                    <a:lumMod val="50000"/>
                    <a:lumOff val="50000"/>
                  </a:schemeClr>
                </a:solidFill>
              </a:rPr>
              <a:t> </a:t>
            </a:r>
            <a:r>
              <a:rPr lang="en-US" sz="900">
                <a:solidFill>
                  <a:schemeClr val="tx1">
                    <a:lumMod val="50000"/>
                    <a:lumOff val="50000"/>
                  </a:schemeClr>
                </a:solidFill>
              </a:rPr>
              <a:t>condition est </a:t>
            </a:r>
            <a:r>
              <a:rPr lang="fr-FR" sz="900">
                <a:solidFill>
                  <a:schemeClr val="tx1">
                    <a:lumMod val="50000"/>
                    <a:lumOff val="50000"/>
                  </a:schemeClr>
                </a:solidFill>
              </a:rPr>
              <a:t>maintenant</a:t>
            </a:r>
            <a:r>
              <a:rPr lang="fr-FR" sz="900">
                <a:solidFill>
                  <a:schemeClr val="tx1">
                    <a:lumMod val="50000"/>
                    <a:lumOff val="50000"/>
                  </a:schemeClr>
                </a:solidFill>
              </a:rPr>
              <a:t> </a:t>
            </a:r>
            <a:r>
              <a:rPr lang="fr-FR" sz="900">
                <a:solidFill>
                  <a:schemeClr val="tx1">
                    <a:lumMod val="50000"/>
                    <a:lumOff val="50000"/>
                  </a:schemeClr>
                </a:solidFill>
              </a:rPr>
              <a:t>aussi</a:t>
            </a:r>
            <a:r>
              <a:rPr lang="fr-FR" sz="900">
                <a:solidFill>
                  <a:schemeClr val="tx1">
                    <a:lumMod val="50000"/>
                    <a:lumOff val="50000"/>
                  </a:schemeClr>
                </a:solidFill>
              </a:rPr>
              <a:t> </a:t>
            </a:r>
            <a:r>
              <a:rPr lang="en-US" sz="900">
                <a:solidFill>
                  <a:schemeClr val="tx1">
                    <a:lumMod val="50000"/>
                    <a:lumOff val="50000"/>
                  </a:schemeClr>
                </a:solidFill>
              </a:rPr>
              <a:t>vital </a:t>
            </a:r>
            <a:r>
              <a:rPr lang="fr-FR" sz="900">
                <a:solidFill>
                  <a:schemeClr val="tx1">
                    <a:lumMod val="50000"/>
                    <a:lumOff val="50000"/>
                  </a:schemeClr>
                </a:solidFill>
              </a:rPr>
              <a:t>que</a:t>
            </a:r>
            <a:r>
              <a:rPr lang="fr-FR" sz="900">
                <a:solidFill>
                  <a:schemeClr val="tx1">
                    <a:lumMod val="50000"/>
                    <a:lumOff val="50000"/>
                  </a:schemeClr>
                </a:solidFill>
              </a:rPr>
              <a:t> </a:t>
            </a:r>
            <a:r>
              <a:rPr lang="fr-FR" sz="900">
                <a:solidFill>
                  <a:schemeClr val="tx1">
                    <a:lumMod val="50000"/>
                    <a:lumOff val="50000"/>
                  </a:schemeClr>
                </a:solidFill>
              </a:rPr>
              <a:t>de </a:t>
            </a:r>
            <a:r>
              <a:rPr lang="fr-FR" sz="900">
                <a:solidFill>
                  <a:schemeClr val="tx1">
                    <a:lumMod val="50000"/>
                    <a:lumOff val="50000"/>
                  </a:schemeClr>
                </a:solidFill>
              </a:rPr>
              <a:t>garder</a:t>
            </a:r>
            <a:r>
              <a:rPr lang="fr-FR" sz="900">
                <a:solidFill>
                  <a:schemeClr val="tx1">
                    <a:lumMod val="50000"/>
                    <a:lumOff val="50000"/>
                  </a:schemeClr>
                </a:solidFill>
              </a:rPr>
              <a:t> </a:t>
            </a:r>
            <a:r>
              <a:rPr lang="fr-FR" sz="900">
                <a:solidFill>
                  <a:schemeClr val="tx1">
                    <a:lumMod val="50000"/>
                    <a:lumOff val="50000"/>
                  </a:schemeClr>
                </a:solidFill>
              </a:rPr>
              <a:t>le </a:t>
            </a:r>
            <a:r>
              <a:rPr lang="fr-FR" sz="900">
                <a:solidFill>
                  <a:schemeClr val="tx1">
                    <a:lumMod val="50000"/>
                    <a:lumOff val="50000"/>
                  </a:schemeClr>
                </a:solidFill>
              </a:rPr>
              <a:t>contrôle</a:t>
            </a:r>
            <a:r>
              <a:rPr lang="fr-FR" sz="900">
                <a:solidFill>
                  <a:schemeClr val="tx1">
                    <a:lumMod val="50000"/>
                    <a:lumOff val="50000"/>
                  </a:schemeClr>
                </a:solidFill>
              </a:rPr>
              <a:t> </a:t>
            </a:r>
            <a:r>
              <a:rPr lang="fr-FR" sz="900">
                <a:solidFill>
                  <a:schemeClr val="tx1">
                    <a:lumMod val="50000"/>
                    <a:lumOff val="50000"/>
                  </a:schemeClr>
                </a:solidFill>
              </a:rPr>
              <a:t>de </a:t>
            </a:r>
            <a:r>
              <a:rPr lang="en-US" sz="900">
                <a:solidFill>
                  <a:schemeClr val="tx1">
                    <a:lumMod val="50000"/>
                    <a:lumOff val="50000"/>
                  </a:schemeClr>
                </a:solidFill>
              </a:rPr>
              <a:t>la </a:t>
            </a:r>
            <a:r>
              <a:rPr lang="fr-FR" sz="900">
                <a:solidFill>
                  <a:schemeClr val="tx1">
                    <a:lumMod val="50000"/>
                    <a:lumOff val="50000"/>
                  </a:schemeClr>
                </a:solidFill>
              </a:rPr>
              <a:t>bête </a:t>
            </a:r>
            <a:r>
              <a:rPr lang="fr-FR" sz="900">
                <a:solidFill>
                  <a:schemeClr val="tx1">
                    <a:lumMod val="50000"/>
                    <a:lumOff val="50000"/>
                  </a:schemeClr>
                </a:solidFill>
              </a:rPr>
              <a:t>qui </a:t>
            </a:r>
            <a:r>
              <a:rPr lang="fr-FR" sz="900">
                <a:solidFill>
                  <a:schemeClr val="tx1">
                    <a:lumMod val="50000"/>
                    <a:lumOff val="50000"/>
                  </a:schemeClr>
                </a:solidFill>
              </a:rPr>
              <a:t>sommeille</a:t>
            </a:r>
            <a:r>
              <a:rPr lang="fr-FR" sz="900">
                <a:solidFill>
                  <a:schemeClr val="tx1">
                    <a:lumMod val="50000"/>
                    <a:lumOff val="50000"/>
                  </a:schemeClr>
                </a:solidFill>
              </a:rPr>
              <a:t> </a:t>
            </a:r>
            <a:r>
              <a:rPr lang="en-US" sz="900">
                <a:solidFill>
                  <a:schemeClr val="tx1">
                    <a:lumMod val="50000"/>
                    <a:lumOff val="50000"/>
                  </a:schemeClr>
                </a:solidFill>
              </a:rPr>
              <a:t>en</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et </a:t>
            </a:r>
            <a:r>
              <a:rPr lang="fr-FR" sz="900">
                <a:solidFill>
                  <a:schemeClr val="tx1">
                    <a:lumMod val="50000"/>
                    <a:lumOff val="50000"/>
                  </a:schemeClr>
                </a:solidFill>
              </a:rPr>
              <a:t>qui </a:t>
            </a:r>
            <a:r>
              <a:rPr lang="fr-FR" sz="900">
                <a:solidFill>
                  <a:schemeClr val="tx1">
                    <a:lumMod val="50000"/>
                    <a:lumOff val="50000"/>
                  </a:schemeClr>
                </a:solidFill>
              </a:rPr>
              <a:t>pourrait</a:t>
            </a:r>
            <a:r>
              <a:rPr lang="fr-FR" sz="900">
                <a:solidFill>
                  <a:schemeClr val="tx1">
                    <a:lumMod val="50000"/>
                    <a:lumOff val="50000"/>
                  </a:schemeClr>
                </a:solidFill>
              </a:rPr>
              <a:t> </a:t>
            </a:r>
            <a:r>
              <a:rPr lang="fr-FR" sz="900">
                <a:solidFill>
                  <a:schemeClr val="tx1">
                    <a:lumMod val="50000"/>
                    <a:lumOff val="50000"/>
                  </a:schemeClr>
                </a:solidFill>
              </a:rPr>
              <a:t>blesser </a:t>
            </a:r>
            <a:r>
              <a:rPr lang="fr-FR" sz="900">
                <a:solidFill>
                  <a:schemeClr val="tx1">
                    <a:lumMod val="50000"/>
                    <a:lumOff val="50000"/>
                  </a:schemeClr>
                </a:solidFill>
              </a:rPr>
              <a:t>des </a:t>
            </a:r>
            <a:r>
              <a:rPr lang="fr-FR" sz="900">
                <a:solidFill>
                  <a:schemeClr val="tx1">
                    <a:lumMod val="50000"/>
                    <a:lumOff val="50000"/>
                  </a:schemeClr>
                </a:solidFill>
              </a:rPr>
              <a:t>êtres</a:t>
            </a:r>
            <a:r>
              <a:rPr lang="fr-FR" sz="900">
                <a:solidFill>
                  <a:schemeClr val="tx1">
                    <a:lumMod val="50000"/>
                    <a:lumOff val="50000"/>
                  </a:schemeClr>
                </a:solidFill>
              </a:rPr>
              <a:t> </a:t>
            </a:r>
            <a:r>
              <a:rPr lang="fr-FR" sz="900">
                <a:solidFill>
                  <a:schemeClr val="tx1">
                    <a:lumMod val="50000"/>
                    <a:lumOff val="50000"/>
                  </a:schemeClr>
                </a:solidFill>
              </a:rPr>
              <a:t>chers</a:t>
            </a:r>
            <a:r>
              <a:rPr lang="en-US" sz="900">
                <a:solidFill>
                  <a:schemeClr val="tx1">
                    <a:lumMod val="50000"/>
                    <a:lumOff val="50000"/>
                  </a:schemeClr>
                </a:solidFill>
              </a:rPr>
              <a:t>, </a:t>
            </a:r>
            <a:r>
              <a:rPr lang="fr-FR" sz="900">
                <a:solidFill>
                  <a:schemeClr val="tx1">
                    <a:lumMod val="50000"/>
                    <a:lumOff val="50000"/>
                  </a:schemeClr>
                </a:solidFill>
              </a:rPr>
              <a:t>ou</a:t>
            </a:r>
            <a:r>
              <a:rPr lang="fr-FR" sz="900">
                <a:solidFill>
                  <a:schemeClr val="tx1">
                    <a:lumMod val="50000"/>
                    <a:lumOff val="50000"/>
                  </a:schemeClr>
                </a:solidFill>
              </a:rPr>
              <a:t> </a:t>
            </a:r>
            <a:r>
              <a:rPr lang="fr-FR" sz="900">
                <a:solidFill>
                  <a:schemeClr val="tx1">
                    <a:lumMod val="50000"/>
                    <a:lumOff val="50000"/>
                  </a:schemeClr>
                </a:solidFill>
              </a:rPr>
              <a:t>pire</a:t>
            </a:r>
            <a:r>
              <a:rPr lang="en-US" sz="900">
                <a:solidFill>
                  <a:schemeClr val="tx1">
                    <a:lumMod val="50000"/>
                    <a:lumOff val="50000"/>
                  </a:schemeClr>
                </a:solidFill>
              </a:rPr>
              <a:t>.</a:t>
            </a:r>
            <a:endParaRPr sz="1600"/>
          </a:p>
          <a:p>
            <a:pPr>
              <a:defRPr/>
            </a:pPr>
            <a:endParaRPr lang="fr-FR"/>
          </a:p>
        </p:txBody>
      </p:sp>
      <p:sp>
        <p:nvSpPr>
          <p:cNvPr id="2134778671" name="ZoneTexte 2"/>
          <p:cNvSpPr txBox="1"/>
          <p:nvPr/>
        </p:nvSpPr>
        <p:spPr bwMode="auto">
          <a:xfrm>
            <a:off x="-5168" y="533755"/>
            <a:ext cx="3411159"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b="0" i="0"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600"/>
          </a:p>
          <a:p>
            <a:pPr>
              <a:defRPr/>
            </a:pPr>
            <a:endParaRPr lang="en-US" sz="900"/>
          </a:p>
          <a:p>
            <a:pPr>
              <a:defRPr/>
            </a:pP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avez </a:t>
            </a:r>
            <a:r>
              <a:rPr lang="fr-FR" sz="900" b="0" i="0" u="none" strike="noStrike" cap="none" spc="0">
                <a:solidFill>
                  <a:schemeClr val="tx1">
                    <a:lumMod val="50000"/>
                    <a:lumOff val="50000"/>
                  </a:schemeClr>
                </a:solidFill>
                <a:latin typeface="Arial"/>
                <a:ea typeface="Arial"/>
                <a:cs typeface="Arial"/>
              </a:rPr>
              <a:t>découvert </a:t>
            </a:r>
            <a:r>
              <a:rPr lang="fr-FR" sz="900" b="0" i="0" u="none" strike="noStrike" cap="none" spc="0">
                <a:solidFill>
                  <a:schemeClr val="tx1">
                    <a:lumMod val="50000"/>
                    <a:lumOff val="50000"/>
                  </a:schemeClr>
                </a:solidFill>
                <a:latin typeface="Arial"/>
                <a:ea typeface="Arial"/>
                <a:cs typeface="Arial"/>
              </a:rPr>
              <a:t>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pouviez </a:t>
            </a:r>
            <a:r>
              <a:rPr lang="fr-FR" sz="900" b="0" i="0" u="none" strike="noStrike" cap="none" spc="0">
                <a:solidFill>
                  <a:schemeClr val="tx1">
                    <a:lumMod val="50000"/>
                    <a:lumOff val="50000"/>
                  </a:schemeClr>
                </a:solidFill>
                <a:latin typeface="Arial"/>
                <a:ea typeface="Arial"/>
                <a:cs typeface="Arial"/>
              </a:rPr>
              <a:t>vous </a:t>
            </a:r>
            <a:r>
              <a:rPr lang="en-US" sz="900" b="0" i="0" u="none" strike="noStrike" cap="none" spc="0">
                <a:solidFill>
                  <a:schemeClr val="tx1">
                    <a:lumMod val="50000"/>
                    <a:lumOff val="50000"/>
                  </a:schemeClr>
                </a:solidFill>
                <a:latin typeface="Arial"/>
                <a:ea typeface="Arial"/>
                <a:cs typeface="Arial"/>
              </a:rPr>
              <a:t>transformer en </a:t>
            </a:r>
            <a:r>
              <a:rPr lang="fr-FR" sz="900" b="0" i="0" u="none" strike="noStrike" cap="none" spc="0">
                <a:solidFill>
                  <a:schemeClr val="tx1">
                    <a:lumMod val="50000"/>
                    <a:lumOff val="50000"/>
                  </a:schemeClr>
                </a:solidFill>
                <a:latin typeface="Arial"/>
                <a:ea typeface="Arial"/>
                <a:cs typeface="Arial"/>
              </a:rPr>
              <a:t>loup</a:t>
            </a:r>
            <a:r>
              <a:rPr lang="en-US" sz="900" b="0" i="0" u="none" strike="noStrike" cap="none" spc="0">
                <a:solidFill>
                  <a:schemeClr val="tx1">
                    <a:lumMod val="50000"/>
                    <a:lumOff val="50000"/>
                  </a:schemeClr>
                </a:solidFill>
                <a:latin typeface="Arial"/>
                <a:ea typeface="Arial"/>
                <a:cs typeface="Arial"/>
              </a:rPr>
              <a:t>-</a:t>
            </a:r>
            <a:r>
              <a:rPr lang="fr-FR" sz="900" b="0" i="0" u="none" strike="noStrike" cap="none" spc="0">
                <a:solidFill>
                  <a:schemeClr val="tx1">
                    <a:lumMod val="50000"/>
                    <a:lumOff val="50000"/>
                  </a:schemeClr>
                </a:solidFill>
                <a:latin typeface="Arial"/>
                <a:ea typeface="Arial"/>
                <a:cs typeface="Arial"/>
              </a:rPr>
              <a:t>garou </a:t>
            </a:r>
            <a:r>
              <a:rPr lang="en-US" sz="900" b="0" i="0" u="none" strike="noStrike" cap="none" spc="0">
                <a:solidFill>
                  <a:schemeClr val="tx1">
                    <a:lumMod val="50000"/>
                    <a:lumOff val="50000"/>
                  </a:schemeClr>
                </a:solidFill>
                <a:latin typeface="Arial"/>
                <a:ea typeface="Arial"/>
                <a:cs typeface="Arial"/>
              </a:rPr>
              <a:t>sous </a:t>
            </a:r>
            <a:r>
              <a:rPr lang="fr-FR" sz="900" b="0" i="0" u="none" strike="noStrike" cap="none" spc="0">
                <a:solidFill>
                  <a:schemeClr val="tx1">
                    <a:lumMod val="50000"/>
                    <a:lumOff val="50000"/>
                  </a:schemeClr>
                </a:solidFill>
                <a:latin typeface="Arial"/>
                <a:ea typeface="Arial"/>
                <a:cs typeface="Arial"/>
              </a:rPr>
              <a:t>forme </a:t>
            </a:r>
            <a:r>
              <a:rPr lang="fr-FR" sz="900" b="0" i="0" u="none" strike="noStrike" cap="none" spc="0">
                <a:solidFill>
                  <a:schemeClr val="tx1">
                    <a:lumMod val="50000"/>
                    <a:lumOff val="50000"/>
                  </a:schemeClr>
                </a:solidFill>
                <a:latin typeface="Arial"/>
                <a:ea typeface="Arial"/>
                <a:cs typeface="Arial"/>
              </a:rPr>
              <a:t>bestiale </a:t>
            </a:r>
            <a:r>
              <a:rPr lang="fr-FR" sz="900" b="0" i="0" u="none" strike="noStrike" cap="none" spc="0">
                <a:solidFill>
                  <a:schemeClr val="tx1">
                    <a:lumMod val="50000"/>
                    <a:lumOff val="50000"/>
                  </a:schemeClr>
                </a:solidFill>
                <a:latin typeface="Arial"/>
                <a:ea typeface="Arial"/>
                <a:cs typeface="Arial"/>
              </a:rPr>
              <a:t>lorsque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négligez </a:t>
            </a:r>
            <a:r>
              <a:rPr lang="fr-FR" sz="900" b="0" i="0" u="none" strike="noStrike" cap="none" spc="0">
                <a:solidFill>
                  <a:schemeClr val="tx1">
                    <a:lumMod val="50000"/>
                    <a:lumOff val="50000"/>
                  </a:schemeClr>
                </a:solidFill>
                <a:latin typeface="Arial"/>
                <a:ea typeface="Arial"/>
                <a:cs typeface="Arial"/>
              </a:rPr>
              <a:t>trop </a:t>
            </a:r>
            <a:r>
              <a:rPr lang="fr-FR" sz="900" b="0" i="0" u="none" strike="noStrike" cap="none" spc="0">
                <a:solidFill>
                  <a:schemeClr val="tx1">
                    <a:lumMod val="50000"/>
                    <a:lumOff val="50000"/>
                  </a:schemeClr>
                </a:solidFill>
                <a:latin typeface="Arial"/>
                <a:ea typeface="Arial"/>
                <a:cs typeface="Arial"/>
              </a:rPr>
              <a:t>votre </a:t>
            </a:r>
            <a:r>
              <a:rPr lang="fr-FR" sz="900" b="0" i="0" u="none" strike="noStrike" cap="none" spc="0">
                <a:solidFill>
                  <a:schemeClr val="tx1">
                    <a:lumMod val="50000"/>
                    <a:lumOff val="50000"/>
                  </a:schemeClr>
                </a:solidFill>
                <a:latin typeface="Arial"/>
                <a:ea typeface="Arial"/>
                <a:cs typeface="Arial"/>
              </a:rPr>
              <a:t>faim</a:t>
            </a:r>
            <a:r>
              <a:rPr lang="en-US" sz="900" b="0" i="0" u="none" strike="noStrike" cap="none" spc="0">
                <a:solidFill>
                  <a:schemeClr val="tx1">
                    <a:lumMod val="50000"/>
                    <a:lumOff val="50000"/>
                  </a:schemeClr>
                </a:solidFill>
                <a:latin typeface="Arial"/>
                <a:ea typeface="Arial"/>
                <a:cs typeface="Arial"/>
              </a:rPr>
              <a:t>, </a:t>
            </a:r>
            <a:r>
              <a:rPr lang="fr-FR" sz="900" b="0" i="0" u="none" strike="noStrike" cap="none" spc="0">
                <a:solidFill>
                  <a:schemeClr val="tx1">
                    <a:lumMod val="50000"/>
                    <a:lumOff val="50000"/>
                  </a:schemeClr>
                </a:solidFill>
                <a:latin typeface="Arial"/>
                <a:ea typeface="Arial"/>
                <a:cs typeface="Arial"/>
              </a:rPr>
              <a:t>et </a:t>
            </a:r>
            <a:r>
              <a:rPr lang="fr-FR" sz="900" b="0" i="0" u="none" strike="noStrike" cap="none" spc="0">
                <a:solidFill>
                  <a:schemeClr val="tx1">
                    <a:lumMod val="50000"/>
                    <a:lumOff val="50000"/>
                  </a:schemeClr>
                </a:solidFill>
                <a:latin typeface="Arial"/>
                <a:ea typeface="Arial"/>
                <a:cs typeface="Arial"/>
              </a:rPr>
              <a:t>lui </a:t>
            </a:r>
            <a:r>
              <a:rPr lang="fr-FR" sz="900" b="0" i="0" u="none" strike="noStrike" cap="none" spc="0">
                <a:solidFill>
                  <a:schemeClr val="tx1">
                    <a:lumMod val="50000"/>
                    <a:lumOff val="50000"/>
                  </a:schemeClr>
                </a:solidFill>
                <a:latin typeface="Arial"/>
                <a:ea typeface="Arial"/>
                <a:cs typeface="Arial"/>
              </a:rPr>
              <a:t>préférez </a:t>
            </a:r>
            <a:r>
              <a:rPr lang="en-US" sz="900" b="0" i="0" u="none" strike="noStrike" cap="none" spc="0">
                <a:solidFill>
                  <a:schemeClr val="tx1">
                    <a:lumMod val="50000"/>
                    <a:lumOff val="50000"/>
                  </a:schemeClr>
                </a:solidFill>
                <a:latin typeface="Arial"/>
                <a:ea typeface="Arial"/>
                <a:cs typeface="Arial"/>
              </a:rPr>
              <a:t>la </a:t>
            </a:r>
            <a:r>
              <a:rPr lang="fr-FR" sz="900" b="0" i="0" u="none" strike="noStrike" cap="none" spc="0">
                <a:solidFill>
                  <a:schemeClr val="tx1">
                    <a:lumMod val="50000"/>
                    <a:lumOff val="50000"/>
                  </a:schemeClr>
                </a:solidFill>
                <a:latin typeface="Arial"/>
                <a:ea typeface="Arial"/>
                <a:cs typeface="Arial"/>
              </a:rPr>
              <a:t>forme </a:t>
            </a:r>
            <a:r>
              <a:rPr lang="fr-FR" sz="900" b="0" i="0" u="none" strike="noStrike" cap="none" spc="0">
                <a:solidFill>
                  <a:schemeClr val="tx1">
                    <a:lumMod val="50000"/>
                    <a:lumOff val="50000"/>
                  </a:schemeClr>
                </a:solidFill>
                <a:latin typeface="Arial"/>
                <a:ea typeface="Arial"/>
                <a:cs typeface="Arial"/>
              </a:rPr>
              <a:t>hybride </a:t>
            </a:r>
            <a:r>
              <a:rPr lang="fr-FR" sz="900" b="0" i="0" u="none" strike="noStrike" cap="none" spc="0">
                <a:solidFill>
                  <a:schemeClr val="tx1">
                    <a:lumMod val="50000"/>
                    <a:lumOff val="50000"/>
                  </a:schemeClr>
                </a:solidFill>
                <a:latin typeface="Arial"/>
                <a:ea typeface="Arial"/>
                <a:cs typeface="Arial"/>
              </a:rPr>
              <a:t>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pouvez </a:t>
            </a:r>
            <a:r>
              <a:rPr lang="en-US" sz="900" b="0" i="0" u="none" strike="noStrike" cap="none" spc="0">
                <a:solidFill>
                  <a:schemeClr val="tx1">
                    <a:lumMod val="50000"/>
                    <a:lumOff val="50000"/>
                  </a:schemeClr>
                </a:solidFill>
                <a:latin typeface="Arial"/>
                <a:ea typeface="Arial"/>
                <a:cs typeface="Arial"/>
              </a:rPr>
              <a:t>plus </a:t>
            </a:r>
            <a:r>
              <a:rPr lang="fr-FR" sz="900" b="0" i="0" u="none" strike="noStrike" cap="none" spc="0">
                <a:solidFill>
                  <a:schemeClr val="tx1">
                    <a:lumMod val="50000"/>
                    <a:lumOff val="50000"/>
                  </a:schemeClr>
                </a:solidFill>
                <a:latin typeface="Arial"/>
                <a:ea typeface="Arial"/>
                <a:cs typeface="Arial"/>
              </a:rPr>
              <a:t>aisément </a:t>
            </a:r>
            <a:r>
              <a:rPr lang="fr-FR" sz="900" b="0" i="0" u="none" strike="noStrike" cap="none" spc="0">
                <a:solidFill>
                  <a:schemeClr val="tx1">
                    <a:lumMod val="50000"/>
                    <a:lumOff val="50000"/>
                  </a:schemeClr>
                </a:solidFill>
                <a:latin typeface="Arial"/>
                <a:ea typeface="Arial"/>
                <a:cs typeface="Arial"/>
              </a:rPr>
              <a:t>contrôler</a:t>
            </a:r>
            <a:r>
              <a:rPr lang="en-US" sz="900" b="0" i="0" u="none" strike="noStrike" cap="none" spc="0">
                <a:solidFill>
                  <a:schemeClr val="tx1">
                    <a:lumMod val="50000"/>
                    <a:lumOff val="50000"/>
                  </a:schemeClr>
                </a:solidFill>
                <a:latin typeface="Arial"/>
                <a:ea typeface="Arial"/>
                <a:cs typeface="Arial"/>
              </a:rPr>
              <a:t>.</a:t>
            </a:r>
            <a:endParaRPr sz="1600"/>
          </a:p>
          <a:p>
            <a:pPr algn="l">
              <a:defRPr/>
            </a:pPr>
            <a:endParaRPr lang="fr-FR"/>
          </a:p>
        </p:txBody>
      </p:sp>
      <p:sp>
        <p:nvSpPr>
          <p:cNvPr id="753438764"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69115684"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8367499"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14848757"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04333857"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74466153"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8064800" name=""/>
          <p:cNvSpPr txBox="1"/>
          <p:nvPr/>
        </p:nvSpPr>
        <p:spPr bwMode="auto">
          <a:xfrm rot="0" flipH="0" flipV="0">
            <a:off x="98432" y="2370628"/>
            <a:ext cx="3393942"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900" b="0" i="0" u="none" strike="noStrike" cap="none" spc="0">
                <a:solidFill>
                  <a:schemeClr val="tx1">
                    <a:lumMod val="50000"/>
                    <a:lumOff val="50000"/>
                  </a:schemeClr>
                </a:solidFill>
                <a:latin typeface="Arial"/>
                <a:ea typeface="Arial"/>
                <a:cs typeface="Arial"/>
              </a:rPr>
              <a:t> </a:t>
            </a:r>
            <a:endParaRPr lang="fr-FR" sz="900" b="0" i="0" u="none" strike="noStrike" cap="none" spc="0">
              <a:solidFill>
                <a:schemeClr val="tx1">
                  <a:lumMod val="50000"/>
                  <a:lumOff val="50000"/>
                </a:schemeClr>
              </a:solidFill>
              <a:latin typeface="Arial"/>
              <a:cs typeface="Arial"/>
            </a:endParaRPr>
          </a:p>
        </p:txBody>
      </p:sp>
      <p:sp>
        <p:nvSpPr>
          <p:cNvPr id="628801010" name=""/>
          <p:cNvSpPr txBox="1"/>
          <p:nvPr/>
        </p:nvSpPr>
        <p:spPr bwMode="auto">
          <a:xfrm rot="0" flipH="0" flipV="0">
            <a:off x="3434313" y="2370628"/>
            <a:ext cx="3396101" cy="9147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l’argent ou l’aconit.</a:t>
            </a:r>
            <a:r>
              <a:rPr lang="fr-FR" sz="900" b="0" i="0" u="none" strike="noStrike" cap="none" spc="0">
                <a:solidFill>
                  <a:schemeClr val="tx1">
                    <a:lumMod val="50000"/>
                    <a:lumOff val="50000"/>
                  </a:schemeClr>
                </a:solidFill>
                <a:latin typeface="Arial"/>
                <a:cs typeface="Arial"/>
              </a:rPr>
              <a:t> </a:t>
            </a:r>
            <a:endParaRPr lang="fr-FR" sz="9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1578886863"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984545742"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4765507"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64357191"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742463505"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57048780"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2053469001"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69103801"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1561230533" name="Connecteur droit 1991074862"/>
          <p:cNvCxnSpPr/>
          <p:nvPr/>
        </p:nvCxnSpPr>
        <p:spPr bwMode="auto">
          <a:xfrm flipV="1">
            <a:off x="3252187" y="6494699"/>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4257899" name="ZoneTexte 1094835336"/>
          <p:cNvSpPr txBox="1"/>
          <p:nvPr/>
        </p:nvSpPr>
        <p:spPr bwMode="auto">
          <a:xfrm flipH="0" flipV="0">
            <a:off x="3081033" y="6707863"/>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685551990" name="Rectangle : avec coins arrondis en haut 1574209032"/>
          <p:cNvSpPr/>
          <p:nvPr/>
        </p:nvSpPr>
        <p:spPr bwMode="auto">
          <a:xfrm rot="5399942">
            <a:off x="5223843" y="682805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5760807" name="Flèche : pentagone 521086653"/>
          <p:cNvSpPr/>
          <p:nvPr/>
        </p:nvSpPr>
        <p:spPr bwMode="auto">
          <a:xfrm>
            <a:off x="5793892"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29621295" name="Flèche : pentagone 1507310733"/>
          <p:cNvSpPr/>
          <p:nvPr/>
        </p:nvSpPr>
        <p:spPr bwMode="auto">
          <a:xfrm>
            <a:off x="5982669"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48246851" name="Flèche : pentagone 732388424"/>
          <p:cNvSpPr/>
          <p:nvPr/>
        </p:nvSpPr>
        <p:spPr bwMode="auto">
          <a:xfrm>
            <a:off x="6171446"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3252090" name="Flèche : pentagone 326874465"/>
          <p:cNvSpPr/>
          <p:nvPr/>
        </p:nvSpPr>
        <p:spPr bwMode="auto">
          <a:xfrm>
            <a:off x="6360222"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58780548" name="Flèche : pentagone 2090650957"/>
          <p:cNvSpPr/>
          <p:nvPr/>
        </p:nvSpPr>
        <p:spPr bwMode="auto">
          <a:xfrm>
            <a:off x="6548997"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9609568" name="ZoneTexte 1374103996"/>
          <p:cNvSpPr txBox="1"/>
          <p:nvPr/>
        </p:nvSpPr>
        <p:spPr bwMode="auto">
          <a:xfrm flipH="0" flipV="0">
            <a:off x="3252177" y="7466067"/>
            <a:ext cx="3603834" cy="24082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chaque test de maîtrise de soi, cochez une case d’hubris. Vous pouvez diminuer votre hubris en méditant pour vous reconnecter à votre nature profonde durant une scène et en pratiquant un rituel de purification.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947659776" name="ZoneTexte 1748705365"/>
          <p:cNvSpPr txBox="1"/>
          <p:nvPr/>
        </p:nvSpPr>
        <p:spPr bwMode="auto">
          <a:xfrm>
            <a:off x="3296619" y="6311639"/>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1296438100" name="Connecteur droit 1556830908"/>
          <p:cNvCxnSpPr/>
          <p:nvPr/>
        </p:nvCxnSpPr>
        <p:spPr bwMode="auto">
          <a:xfrm flipV="1">
            <a:off x="-37125" y="61277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01739321" name="ZoneTexte 409639257"/>
          <p:cNvSpPr txBox="1"/>
          <p:nvPr/>
        </p:nvSpPr>
        <p:spPr bwMode="auto">
          <a:xfrm>
            <a:off x="-5859" y="5944681"/>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34027076" name="ZoneTexte 1168472887"/>
          <p:cNvSpPr txBox="1"/>
          <p:nvPr/>
        </p:nvSpPr>
        <p:spPr bwMode="auto">
          <a:xfrm flipH="0" flipV="0">
            <a:off x="972" y="2380334"/>
            <a:ext cx="3260218" cy="367098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r>
              <a:rPr lang="fr-FR" sz="1200" b="0" i="0" u="none" strike="noStrike" cap="none" spc="0">
                <a:solidFill>
                  <a:schemeClr val="bg2">
                    <a:lumMod val="90000"/>
                  </a:schemeClr>
                </a:solidFill>
                <a:latin typeface="Times New Roman"/>
                <a:cs typeface="Times New Roman"/>
              </a:rPr>
              <a:t>____________________________________________________</a:t>
            </a:r>
            <a:endParaRPr/>
          </a:p>
        </p:txBody>
      </p:sp>
      <p:sp>
        <p:nvSpPr>
          <p:cNvPr id="159131467" name="ZoneTexte 114796530"/>
          <p:cNvSpPr txBox="1"/>
          <p:nvPr/>
        </p:nvSpPr>
        <p:spPr bwMode="auto">
          <a:xfrm flipH="0" flipV="0">
            <a:off x="3274360" y="2380333"/>
            <a:ext cx="3606952" cy="3901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958480831" name="ZoneTexte 1085068195"/>
          <p:cNvSpPr txBox="1"/>
          <p:nvPr/>
        </p:nvSpPr>
        <p:spPr bwMode="auto">
          <a:xfrm flipH="0" flipV="0">
            <a:off x="972" y="6271111"/>
            <a:ext cx="3276987" cy="33836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Invoquer la magie noire fait automatiquement échouer le test de maîtrise de soi.</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nombre</a:t>
            </a:r>
            <a:r>
              <a:rPr sz="900">
                <a:solidFill>
                  <a:schemeClr val="tx1">
                    <a:lumMod val="50000"/>
                    <a:lumOff val="50000"/>
                  </a:schemeClr>
                </a:solidFill>
              </a:rPr>
              <a:t> de 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simultanés</a:t>
            </a:r>
            <a:r>
              <a:rPr sz="900">
                <a:solidFill>
                  <a:schemeClr val="tx1">
                    <a:lumMod val="50000"/>
                    <a:lumOff val="50000"/>
                  </a:schemeClr>
                </a:solidFill>
              </a:rPr>
              <a:t> </a:t>
            </a:r>
            <a:r>
              <a:rPr sz="900">
                <a:solidFill>
                  <a:schemeClr val="tx1">
                    <a:lumMod val="50000"/>
                    <a:lumOff val="50000"/>
                  </a:schemeClr>
                </a:solidFill>
              </a:rPr>
              <a:t>égal</a:t>
            </a:r>
            <a:r>
              <a:rPr sz="900">
                <a:solidFill>
                  <a:schemeClr val="tx1">
                    <a:lumMod val="50000"/>
                    <a:lumOff val="50000"/>
                  </a:schemeClr>
                </a:solidFill>
              </a:rPr>
              <a:t> à </a:t>
            </a:r>
            <a:r>
              <a:rPr sz="900">
                <a:solidFill>
                  <a:schemeClr val="tx1">
                    <a:lumMod val="50000"/>
                    <a:lumOff val="50000"/>
                  </a:schemeClr>
                </a:solidFill>
              </a:rPr>
              <a:t>votre</a:t>
            </a:r>
            <a:r>
              <a:rPr sz="900">
                <a:solidFill>
                  <a:schemeClr val="tx1">
                    <a:lumMod val="50000"/>
                    <a:lumOff val="50000"/>
                  </a:schemeClr>
                </a:solidFill>
              </a:rPr>
              <a:t> </a:t>
            </a:r>
            <a:r>
              <a:rPr sz="900">
                <a:solidFill>
                  <a:schemeClr val="tx1">
                    <a:lumMod val="50000"/>
                    <a:lumOff val="50000"/>
                  </a:schemeClr>
                </a:solidFill>
              </a:rPr>
              <a:t>occultisme</a:t>
            </a:r>
            <a:r>
              <a:rPr sz="900">
                <a:solidFill>
                  <a:schemeClr val="tx1">
                    <a:lumMod val="50000"/>
                    <a:lumOff val="50000"/>
                  </a:schemeClr>
                </a:solidFill>
              </a:rPr>
              <a:t> divisé</a:t>
            </a:r>
            <a:r>
              <a:rPr sz="900">
                <a:solidFill>
                  <a:schemeClr val="tx1">
                    <a:lumMod val="50000"/>
                    <a:lumOff val="50000"/>
                  </a:schemeClr>
                </a:solidFill>
              </a:rPr>
              <a:t> par 20, arrondi au supérieur</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488375420" name="Étoile : 5 branches 278736380"/>
          <p:cNvSpPr/>
          <p:nvPr/>
        </p:nvSpPr>
        <p:spPr bwMode="auto">
          <a:xfrm>
            <a:off x="218035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7532121" name="Étoile : 5 branches 1495350449"/>
          <p:cNvSpPr/>
          <p:nvPr/>
        </p:nvSpPr>
        <p:spPr bwMode="auto">
          <a:xfrm>
            <a:off x="2369134"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7000212" name="Étoile : 5 branches 79046386"/>
          <p:cNvSpPr/>
          <p:nvPr/>
        </p:nvSpPr>
        <p:spPr bwMode="auto">
          <a:xfrm>
            <a:off x="2557913"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53991529" name="Étoile : 5 branches 749256076"/>
          <p:cNvSpPr/>
          <p:nvPr/>
        </p:nvSpPr>
        <p:spPr bwMode="auto">
          <a:xfrm>
            <a:off x="274668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33789582" name="Étoile : 5 branches 411245083"/>
          <p:cNvSpPr/>
          <p:nvPr/>
        </p:nvSpPr>
        <p:spPr bwMode="auto">
          <a:xfrm>
            <a:off x="2935460"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45286510" name="ZoneTexte 496444952"/>
          <p:cNvSpPr txBox="1"/>
          <p:nvPr/>
        </p:nvSpPr>
        <p:spPr bwMode="auto">
          <a:xfrm>
            <a:off x="5805408" y="6599288"/>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2010644920" name="ZoneTexte 474433989"/>
          <p:cNvSpPr txBox="1"/>
          <p:nvPr/>
        </p:nvSpPr>
        <p:spPr bwMode="auto">
          <a:xfrm>
            <a:off x="5672056" y="7129417"/>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1019756186" name="ZoneTexte 1"/>
          <p:cNvSpPr txBox="1"/>
          <p:nvPr/>
        </p:nvSpPr>
        <p:spPr bwMode="auto">
          <a:xfrm flipH="0" flipV="0">
            <a:off x="1214" y="480140"/>
            <a:ext cx="342850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C</a:t>
            </a:r>
            <a:r>
              <a:rPr lang="fr-FR" sz="900" b="0" i="0"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lang="fr-FR" sz="900" b="0" i="0" u="none" strike="noStrike" cap="none" spc="0">
              <a:solidFill>
                <a:schemeClr val="tx1">
                  <a:lumMod val="50000"/>
                  <a:lumOff val="50000"/>
                </a:schemeClr>
              </a:solidFill>
              <a:latin typeface="Arial"/>
              <a:ea typeface="Arial"/>
              <a:cs typeface="Arial"/>
            </a:endParaRPr>
          </a:p>
          <a:p>
            <a:pPr>
              <a:defRPr/>
            </a:pPr>
            <a:endParaRPr lang="fr-FR" sz="900" b="0" i="0" u="none" strike="noStrike" cap="none" spc="0">
              <a:solidFill>
                <a:schemeClr val="tx1">
                  <a:lumMod val="50000"/>
                  <a:lumOff val="50000"/>
                </a:schemeClr>
              </a:solidFill>
              <a:latin typeface="Arial"/>
              <a:ea typeface="Arial"/>
              <a:cs typeface="Arial"/>
            </a:endParaRPr>
          </a:p>
          <a:p>
            <a:pPr>
              <a:defRPr/>
            </a:pPr>
            <a:r>
              <a:rPr lang="fr-FR" sz="900" b="0" i="0"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a:p>
        </p:txBody>
      </p:sp>
      <p:sp>
        <p:nvSpPr>
          <p:cNvPr id="132057614" name="ZoneTexte 2"/>
          <p:cNvSpPr txBox="1"/>
          <p:nvPr/>
        </p:nvSpPr>
        <p:spPr bwMode="auto">
          <a:xfrm flipH="0" flipV="0">
            <a:off x="3374467" y="471206"/>
            <a:ext cx="351406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Les sorcières sont capables de ressentir l’utilisation du pouvoir dans leurs alentours proches, de quelque nature qu’il soit mais sans grande précision. </a:t>
            </a:r>
            <a:endParaRPr lang="fr-FR" sz="900" b="0" i="0" u="none" strike="noStrike" cap="none" spc="0">
              <a:solidFill>
                <a:schemeClr val="tx1">
                  <a:lumMod val="50000"/>
                  <a:lumOff val="50000"/>
                </a:schemeClr>
              </a:solidFill>
              <a:latin typeface="Arial"/>
              <a:ea typeface="Arial"/>
              <a:cs typeface="Arial"/>
            </a:endParaRPr>
          </a:p>
          <a:p>
            <a:pPr>
              <a:defRPr/>
            </a:pPr>
            <a:endParaRPr lang="en-US" sz="900">
              <a:solidFill>
                <a:schemeClr val="tx1">
                  <a:lumMod val="50000"/>
                  <a:lumOff val="50000"/>
                </a:schemeClr>
              </a:solidFill>
            </a:endParaRPr>
          </a:p>
          <a:p>
            <a:pPr>
              <a:defRPr/>
            </a:pPr>
            <a:r>
              <a:rPr lang="fr-FR" sz="900" b="0" i="0"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a:solidFill>
                  <a:schemeClr val="tx1">
                    <a:lumMod val="50000"/>
                    <a:lumOff val="50000"/>
                  </a:schemeClr>
                </a:solidFill>
              </a:rPr>
            </a:br>
            <a:endParaRPr lang="en-US" sz="900">
              <a:solidFill>
                <a:schemeClr val="tx1">
                  <a:lumMod val="50000"/>
                  <a:lumOff val="50000"/>
                </a:schemeClr>
              </a:solidFill>
            </a:endParaRPr>
          </a:p>
          <a:p>
            <a:pPr>
              <a:defRPr/>
            </a:pPr>
            <a:r>
              <a:rPr lang="fr-FR" sz="900">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a:p>
        </p:txBody>
      </p:sp>
      <p:sp>
        <p:nvSpPr>
          <p:cNvPr id="181230651"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985212677" name="Flèche : pentagone 1507310733"/>
          <p:cNvSpPr/>
          <p:nvPr/>
        </p:nvSpPr>
        <p:spPr bwMode="auto">
          <a:xfrm>
            <a:off x="5982669"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1454401" name="Flèche : pentagone 732388424"/>
          <p:cNvSpPr/>
          <p:nvPr/>
        </p:nvSpPr>
        <p:spPr bwMode="auto">
          <a:xfrm>
            <a:off x="6171445"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04308723" name="Flèche : pentagone 326874465"/>
          <p:cNvSpPr/>
          <p:nvPr/>
        </p:nvSpPr>
        <p:spPr bwMode="auto">
          <a:xfrm>
            <a:off x="6360221"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7656215"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141811882"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18327925"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1537400784"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81399474"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1104708042"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07548801"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891721616"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00305852"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0817302"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7554016"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8663145"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57842054"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45677323" name="ZoneTexte 545814566"/>
          <p:cNvSpPr txBox="1"/>
          <p:nvPr/>
        </p:nvSpPr>
        <p:spPr bwMode="auto">
          <a:xfrm flipH="0" flipV="0">
            <a:off x="3252179" y="7249357"/>
            <a:ext cx="3613553" cy="21644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Après un test de maîtrise de soi, cochez une case de soif. </a:t>
            </a:r>
            <a:r>
              <a:rPr lang="fr-FR" sz="800" b="0" i="0" u="none" strike="noStrike" cap="none" spc="0">
                <a:solidFill>
                  <a:schemeClr val="tx1">
                    <a:lumMod val="50000"/>
                    <a:lumOff val="50000"/>
                  </a:schemeClr>
                </a:solidFill>
                <a:latin typeface="+mn-lt"/>
                <a:ea typeface="+mn-ea"/>
                <a:cs typeface="+mn-cs"/>
              </a:rPr>
              <a:t>Lorsque vous vous nourrissez de sang, vous pouvez effacer vos cases de soif. Tant que vous n’avez pas coché les trois cases de perversion, effacez une case de perversion au début d’un nouveau scénario.</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pendant une scène bien que vous gardiez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sz="800">
              <a:solidFill>
                <a:schemeClr val="tx1">
                  <a:lumMod val="50000"/>
                  <a:lumOff val="50000"/>
                </a:schemeClr>
              </a:solidFill>
            </a:endParaRPr>
          </a:p>
        </p:txBody>
      </p:sp>
      <p:sp>
        <p:nvSpPr>
          <p:cNvPr id="1383650577"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2084553449"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62780862"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855960890" name="ZoneTexte 1642812764"/>
          <p:cNvSpPr txBox="1"/>
          <p:nvPr/>
        </p:nvSpPr>
        <p:spPr bwMode="auto">
          <a:xfrm flipH="0" flipV="0">
            <a:off x="0" y="2586746"/>
            <a:ext cx="336825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un mois oblige votre cible à effectuer un jet de résistance physique. S’il est échoué, le manque de sang le conduit à un coma léger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puissance de sang. Les points de puissance de sang sont perdus à chaque nouveau scénario.</a:t>
            </a:r>
            <a:endParaRPr sz="1600"/>
          </a:p>
        </p:txBody>
      </p:sp>
      <p:sp>
        <p:nvSpPr>
          <p:cNvPr id="1918775273"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09379024"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02541"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65845103"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2067924350" name="ZoneTexte 1283574123"/>
          <p:cNvSpPr txBox="1"/>
          <p:nvPr/>
        </p:nvSpPr>
        <p:spPr bwMode="auto">
          <a:xfrm flipH="0" flipV="0">
            <a:off x="3303456" y="2586744"/>
            <a:ext cx="3571152" cy="352080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a:t>
            </a:r>
            <a:r>
              <a:rPr lang="fr-FR" sz="900" b="0" i="0" u="none" strike="noStrike" cap="none" spc="0">
                <a:solidFill>
                  <a:schemeClr val="tx1">
                    <a:lumMod val="50000"/>
                    <a:lumOff val="50000"/>
                  </a:schemeClr>
                </a:solidFill>
                <a:latin typeface="+mn-lt"/>
                <a:ea typeface="+mn-ea"/>
                <a:cs typeface="+mn-cs"/>
              </a:rPr>
              <a:t> Un vampire peut récupérer tout son stress physique prix d’une case de soif. De plus, </a:t>
            </a:r>
            <a:r>
              <a:rPr lang="fr-FR" sz="900" b="0" i="0" u="none" strike="noStrike" cap="none" spc="0">
                <a:solidFill>
                  <a:schemeClr val="tx1">
                    <a:lumMod val="50000"/>
                    <a:lumOff val="50000"/>
                  </a:schemeClr>
                </a:solidFill>
                <a:latin typeface="+mn-lt"/>
                <a:ea typeface="+mn-ea"/>
                <a:cs typeface="+mn-cs"/>
              </a:rPr>
              <a:t>il obtient</a:t>
            </a:r>
            <a:r>
              <a:rPr lang="fr-FR" sz="900" b="0" i="0" u="none" strike="noStrike" cap="none" spc="0">
                <a:solidFill>
                  <a:schemeClr val="tx1">
                    <a:lumMod val="50000"/>
                    <a:lumOff val="50000"/>
                  </a:schemeClr>
                </a:solidFill>
                <a:latin typeface="+mn-lt"/>
                <a:ea typeface="+mn-ea"/>
                <a:cs typeface="+mn-cs"/>
              </a:rPr>
              <a:t> un bonus de </a:t>
            </a:r>
            <a:r>
              <a:rPr lang="fr-FR" sz="900" b="1" i="0" u="none" strike="noStrike" cap="none" spc="0">
                <a:solidFill>
                  <a:schemeClr val="tx1">
                    <a:lumMod val="50000"/>
                    <a:lumOff val="50000"/>
                  </a:schemeClr>
                </a:solidFill>
                <a:latin typeface="+mn-lt"/>
                <a:ea typeface="+mn-ea"/>
                <a:cs typeface="+mn-cs"/>
              </a:rPr>
              <a:t>+10</a:t>
            </a:r>
            <a:r>
              <a:rPr lang="fr-FR" sz="900" b="1" i="0" u="none" strike="noStrike" cap="none" spc="0">
                <a:solidFill>
                  <a:schemeClr val="tx1">
                    <a:lumMod val="50000"/>
                    <a:lumOff val="50000"/>
                  </a:schemeClr>
                </a:solidFill>
                <a:latin typeface="+mn-lt"/>
                <a:ea typeface="+mn-ea"/>
                <a:cs typeface="+mn-cs"/>
              </a:rPr>
              <a:t> en résistance physique</a:t>
            </a:r>
            <a:r>
              <a:rPr lang="fr-FR" sz="900" b="0" i="0" u="none" strike="noStrike" cap="none" spc="0">
                <a:solidFill>
                  <a:schemeClr val="tx1">
                    <a:lumMod val="50000"/>
                    <a:lumOff val="50000"/>
                  </a:schemeClr>
                </a:solidFill>
                <a:latin typeface="+mn-lt"/>
                <a:ea typeface="+mn-ea"/>
                <a:cs typeface="+mn-cs"/>
              </a:rPr>
              <a:t> et peut toujours effectuer son jet de résistance,</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même</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contre</a:t>
            </a:r>
            <a:r>
              <a:rPr lang="fr-FR" sz="900" b="0" i="0" u="none" strike="noStrike" cap="none" spc="0">
                <a:solidFill>
                  <a:schemeClr val="tx1">
                    <a:lumMod val="50000"/>
                    <a:lumOff val="50000"/>
                  </a:schemeClr>
                </a:solidFill>
                <a:latin typeface="+mn-lt"/>
                <a:ea typeface="+mn-ea"/>
                <a:cs typeface="+mn-cs"/>
              </a:rPr>
              <a:t> les </a:t>
            </a:r>
            <a:r>
              <a:rPr lang="fr-FR" sz="900" b="0" i="0" u="none" strike="noStrike" cap="none" spc="0">
                <a:solidFill>
                  <a:schemeClr val="tx1">
                    <a:lumMod val="50000"/>
                    <a:lumOff val="50000"/>
                  </a:schemeClr>
                </a:solidFill>
                <a:latin typeface="+mn-lt"/>
                <a:ea typeface="+mn-ea"/>
                <a:cs typeface="+mn-cs"/>
              </a:rPr>
              <a:t>attaques</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létales</a:t>
            </a:r>
            <a:r>
              <a:rPr lang="fr-FR" sz="900" b="0" i="0" u="none" strike="noStrike" cap="none" spc="0">
                <a:solidFill>
                  <a:schemeClr val="tx1">
                    <a:lumMod val="50000"/>
                    <a:lumOff val="50000"/>
                  </a:schemeClr>
                </a:solidFill>
                <a:latin typeface="+mn-lt"/>
                <a:ea typeface="+mn-ea"/>
                <a:cs typeface="+mn-cs"/>
              </a:rPr>
              <a:t>.</a:t>
            </a:r>
            <a:r>
              <a:rPr sz="900">
                <a:solidFill>
                  <a:schemeClr val="tx1">
                    <a:lumMod val="50000"/>
                    <a:lumOff val="50000"/>
                  </a:schemeClr>
                </a:solidFill>
              </a:rPr>
              <a:t> La nuit, le vampire peut récupérer un trauma physique au prix d’une case de soif.</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a:t>
            </a:r>
            <a:r>
              <a:rPr sz="900">
                <a:solidFill>
                  <a:schemeClr val="tx1">
                    <a:lumMod val="50000"/>
                    <a:lumOff val="50000"/>
                  </a:schemeClr>
                </a:solidFill>
              </a:rPr>
              <a:t>esclave</a:t>
            </a:r>
            <a:r>
              <a:rPr sz="900">
                <a:solidFill>
                  <a:schemeClr val="tx1">
                    <a:lumMod val="50000"/>
                    <a:lumOff val="50000"/>
                  </a:schemeClr>
                </a:solidFill>
              </a:rPr>
              <a:t> de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du sang de </a:t>
            </a:r>
            <a:r>
              <a:rPr sz="900">
                <a:solidFill>
                  <a:schemeClr val="tx1">
                    <a:lumMod val="50000"/>
                    <a:lumOff val="50000"/>
                  </a:schemeClr>
                </a:solidFill>
              </a:rPr>
              <a:t>morte ou le sien propre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maître,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à </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 (mais ne vous oblige pas à effectuer un jet de maîtrise de soi).</a:t>
            </a:r>
            <a:endParaRPr sz="1600"/>
          </a:p>
        </p:txBody>
      </p:sp>
      <p:sp>
        <p:nvSpPr>
          <p:cNvPr id="858510756"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1999354727"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1922153905"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40923843"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29997791"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3302282"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94978337"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226562"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14788179" name=""/>
          <p:cNvSpPr txBox="1"/>
          <p:nvPr/>
        </p:nvSpPr>
        <p:spPr bwMode="auto">
          <a:xfrm rot="0" flipH="0" flipV="0">
            <a:off x="71833" y="545004"/>
            <a:ext cx="3185030"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0" u="none" strike="noStrike" cap="none" spc="0">
                <a:solidFill>
                  <a:schemeClr val="tx1">
                    <a:lumMod val="50000"/>
                    <a:lumOff val="50000"/>
                  </a:schemeClr>
                </a:solidFill>
                <a:latin typeface="Arial"/>
                <a:ea typeface="Arial"/>
                <a:cs typeface="Arial"/>
              </a:rPr>
              <a:t>force</a:t>
            </a:r>
            <a:r>
              <a:rPr lang="fr-FR" sz="1000" b="0" i="0"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0" u="none" strike="noStrike" cap="none" spc="0">
                <a:solidFill>
                  <a:schemeClr val="tx1">
                    <a:lumMod val="50000"/>
                    <a:lumOff val="50000"/>
                  </a:schemeClr>
                </a:solidFill>
                <a:latin typeface="Arial"/>
                <a:ea typeface="Arial"/>
                <a:cs typeface="Arial"/>
              </a:rPr>
            </a:br>
            <a:br>
              <a:rPr lang="fr-FR" sz="1000" b="0" i="0" u="none" strike="noStrike" cap="none" spc="0">
                <a:solidFill>
                  <a:schemeClr val="tx1">
                    <a:lumMod val="50000"/>
                    <a:lumOff val="50000"/>
                  </a:schemeClr>
                </a:solidFill>
                <a:latin typeface="Arial"/>
                <a:ea typeface="Arial"/>
                <a:cs typeface="Arial"/>
              </a:rPr>
            </a:br>
            <a:r>
              <a:rPr lang="fr-FR" sz="1000" b="0" i="0"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lang="fr-FR" sz="1000" b="0" i="0" u="none" strike="noStrike" cap="none" spc="0">
              <a:solidFill>
                <a:schemeClr val="tx1">
                  <a:lumMod val="50000"/>
                  <a:lumOff val="50000"/>
                </a:schemeClr>
              </a:solidFill>
              <a:latin typeface="Arial"/>
              <a:cs typeface="Arial"/>
            </a:endParaRPr>
          </a:p>
        </p:txBody>
      </p:sp>
      <p:sp>
        <p:nvSpPr>
          <p:cNvPr id="1304926536" name=""/>
          <p:cNvSpPr txBox="1"/>
          <p:nvPr/>
        </p:nvSpPr>
        <p:spPr bwMode="auto">
          <a:xfrm rot="0" flipH="0" flipV="0">
            <a:off x="3472502" y="545004"/>
            <a:ext cx="319114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lang="fr-FR" sz="10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1000" b="0" i="0"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lang="fr-FR" sz="1000" b="0" i="0" u="none" strike="noStrike" cap="none" spc="0">
              <a:solidFill>
                <a:schemeClr val="tx1">
                  <a:lumMod val="50000"/>
                  <a:lumOff val="50000"/>
                </a:schemeClr>
              </a:solidFill>
              <a:latin typeface="Arial"/>
              <a:cs typeface="Arial"/>
            </a:endParaRPr>
          </a:p>
        </p:txBody>
      </p:sp>
      <p:sp>
        <p:nvSpPr>
          <p:cNvPr id="275828204"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18729275"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46293530"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7605960"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372593439"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61509871"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1691631037"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86795457"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77291934"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6101182" name="ZoneTexte 1503300725"/>
          <p:cNvSpPr txBox="1"/>
          <p:nvPr/>
        </p:nvSpPr>
        <p:spPr bwMode="auto">
          <a:xfrm flipH="0" flipV="0">
            <a:off x="3183322" y="6110718"/>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994911220" name="Rectangle : avec coins arrondis en haut 1151560973"/>
          <p:cNvSpPr/>
          <p:nvPr/>
        </p:nvSpPr>
        <p:spPr bwMode="auto">
          <a:xfrm rot="5399942">
            <a:off x="5128596" y="623091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99393702" name="Flèche : pentagone 1610574377"/>
          <p:cNvSpPr/>
          <p:nvPr/>
        </p:nvSpPr>
        <p:spPr bwMode="auto">
          <a:xfrm>
            <a:off x="5746268"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56207560" name="Flèche : pentagone 463861063"/>
          <p:cNvSpPr/>
          <p:nvPr/>
        </p:nvSpPr>
        <p:spPr bwMode="auto">
          <a:xfrm>
            <a:off x="5935044"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65342904" name="Flèche : pentagone 272004907"/>
          <p:cNvSpPr/>
          <p:nvPr/>
        </p:nvSpPr>
        <p:spPr bwMode="auto">
          <a:xfrm>
            <a:off x="6123825"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8719081" name="Flèche : pentagone 28174069"/>
          <p:cNvSpPr/>
          <p:nvPr/>
        </p:nvSpPr>
        <p:spPr bwMode="auto">
          <a:xfrm>
            <a:off x="6312600"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87891677" name="Flèche : pentagone 978127220"/>
          <p:cNvSpPr/>
          <p:nvPr/>
        </p:nvSpPr>
        <p:spPr bwMode="auto">
          <a:xfrm>
            <a:off x="6501375"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18752679" name="ZoneTexte 1693594013"/>
          <p:cNvSpPr txBox="1"/>
          <p:nvPr/>
        </p:nvSpPr>
        <p:spPr bwMode="auto">
          <a:xfrm flipH="0" flipV="0">
            <a:off x="3252179" y="6924480"/>
            <a:ext cx="3608509" cy="27740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 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Arial"/>
                <a:ea typeface="Arial"/>
                <a:cs typeface="Arial"/>
              </a:rPr>
              <a:t>Après chaque test de maîtrise de soi, cochez une case de pulsation.</a:t>
            </a:r>
            <a:r>
              <a:rPr lang="fr-FR" sz="800" b="0" i="0" u="none" strike="noStrike" cap="none" spc="0">
                <a:solidFill>
                  <a:schemeClr val="tx1">
                    <a:lumMod val="50000"/>
                    <a:lumOff val="50000"/>
                  </a:schemeClr>
                </a:solidFill>
                <a:latin typeface="Arial"/>
                <a:ea typeface="Arial"/>
                <a:cs typeface="Arial"/>
              </a:rPr>
              <a:t> Vous pouvez diminuer votre pulsation en vous harmonisant à la nature.</a:t>
            </a:r>
            <a:r>
              <a:rPr sz="800">
                <a:solidFill>
                  <a:schemeClr val="tx1">
                    <a:lumMod val="50000"/>
                    <a:lumOff val="50000"/>
                  </a:schemeClr>
                </a:solidFill>
              </a:rPr>
              <a:t> Si vous n’avez pas déjà trois cases de colère cochées, effacez une case de colère au début d’un nouveau scénario.</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2129063552"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662747902" name="ZoneTexte 2064865984"/>
          <p:cNvSpPr txBox="1"/>
          <p:nvPr/>
        </p:nvSpPr>
        <p:spPr bwMode="auto">
          <a:xfrm flipH="0" flipV="0">
            <a:off x="972" y="3243357"/>
            <a:ext cx="1795510"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d’une scène.</a:t>
            </a:r>
            <a:endParaRPr lang="fr-FR" sz="800" b="0" i="0" u="none" strike="noStrike" cap="none" spc="0">
              <a:solidFill>
                <a:schemeClr val="tx1">
                  <a:lumMod val="50000"/>
                  <a:lumOff val="50000"/>
                </a:schemeClr>
              </a:solidFill>
              <a:latin typeface="Arial"/>
              <a:ea typeface="Arial"/>
              <a:cs typeface="Arial"/>
            </a:endParaRPr>
          </a:p>
        </p:txBody>
      </p:sp>
      <p:sp>
        <p:nvSpPr>
          <p:cNvPr id="439082528" name="ZoneTexte 1387173154"/>
          <p:cNvSpPr txBox="1"/>
          <p:nvPr/>
        </p:nvSpPr>
        <p:spPr bwMode="auto">
          <a:xfrm flipH="0" flipV="0">
            <a:off x="1715351" y="3244246"/>
            <a:ext cx="246994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règle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+10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918816779" name="ZoneTexte 523755832"/>
          <p:cNvSpPr txBox="1"/>
          <p:nvPr/>
        </p:nvSpPr>
        <p:spPr bwMode="auto">
          <a:xfrm flipH="0" flipV="0">
            <a:off x="4185292" y="3244246"/>
            <a:ext cx="264944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vos cibles échouent automatiquement à leurs jets de résistance physique contre elles.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1938851022"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79115784" name="ZoneTexte 34398067"/>
          <p:cNvSpPr txBox="1"/>
          <p:nvPr/>
        </p:nvSpPr>
        <p:spPr bwMode="auto">
          <a:xfrm>
            <a:off x="-5859" y="5674807"/>
            <a:ext cx="2833434"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Autres</a:t>
            </a:r>
            <a:r>
              <a:rPr sz="1800" b="0">
                <a:solidFill>
                  <a:schemeClr val="tx1">
                    <a:lumMod val="75000"/>
                    <a:lumOff val="25000"/>
                  </a:schemeClr>
                </a:solidFill>
              </a:rPr>
              <a:t> Pouvoirs</a:t>
            </a:r>
            <a:endParaRPr/>
          </a:p>
        </p:txBody>
      </p:sp>
      <p:sp>
        <p:nvSpPr>
          <p:cNvPr id="1237608305"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1785675454" name="ZoneTexte 1727393832"/>
          <p:cNvSpPr txBox="1"/>
          <p:nvPr/>
        </p:nvSpPr>
        <p:spPr bwMode="auto">
          <a:xfrm flipH="0" flipV="0">
            <a:off x="5541296" y="5968411"/>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920641115" name="ZoneTexte 504516740"/>
          <p:cNvSpPr txBox="1"/>
          <p:nvPr/>
        </p:nvSpPr>
        <p:spPr bwMode="auto">
          <a:xfrm flipH="0" flipV="0">
            <a:off x="5746267" y="6533881"/>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1877173734" name="ZoneTexte 1"/>
          <p:cNvSpPr txBox="1"/>
          <p:nvPr/>
        </p:nvSpPr>
        <p:spPr bwMode="auto">
          <a:xfrm flipH="0" flipV="0">
            <a:off x="3449953" y="531374"/>
            <a:ext cx="3424661"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0"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0"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lang="fr-FR" sz="1000" b="0" i="0" u="none" strike="noStrike" cap="none" spc="0">
              <a:solidFill>
                <a:schemeClr val="tx1">
                  <a:lumMod val="50000"/>
                  <a:lumOff val="50000"/>
                </a:schemeClr>
              </a:solidFill>
              <a:latin typeface="Times New Roman"/>
              <a:cs typeface="Times New Roman"/>
            </a:endParaRPr>
          </a:p>
          <a:p>
            <a:pPr>
              <a:defRPr/>
            </a:pPr>
            <a:endParaRPr lang="fr-FR" sz="1000" b="0" i="0" u="none" strike="noStrike" cap="none" spc="0">
              <a:solidFill>
                <a:schemeClr val="tx1">
                  <a:lumMod val="50000"/>
                  <a:lumOff val="50000"/>
                </a:schemeClr>
              </a:solidFill>
              <a:latin typeface="Times New Roman"/>
              <a:cs typeface="Times New Roman"/>
            </a:endParaRPr>
          </a:p>
          <a:p>
            <a:pPr>
              <a:defRPr/>
            </a:pPr>
            <a:r>
              <a:rPr lang="fr-FR" sz="1000" b="0" i="0"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lang="fr-FR" sz="1000" b="0" i="0" u="none" strike="noStrike" cap="none" spc="0">
              <a:solidFill>
                <a:schemeClr val="tx1">
                  <a:lumMod val="50000"/>
                  <a:lumOff val="50000"/>
                </a:schemeClr>
              </a:solidFill>
              <a:latin typeface="Times New Roman"/>
              <a:cs typeface="Times New Roman"/>
            </a:endParaRPr>
          </a:p>
        </p:txBody>
      </p:sp>
      <p:sp>
        <p:nvSpPr>
          <p:cNvPr id="761438865" name="ZoneTexte 2"/>
          <p:cNvSpPr txBox="1"/>
          <p:nvPr/>
        </p:nvSpPr>
        <p:spPr bwMode="auto">
          <a:xfrm>
            <a:off x="-5165" y="533754"/>
            <a:ext cx="3443555"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0"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0" u="none" strike="noStrike" cap="none" spc="0">
                <a:solidFill>
                  <a:schemeClr val="tx1">
                    <a:lumMod val="50000"/>
                    <a:lumOff val="50000"/>
                  </a:schemeClr>
                </a:solidFill>
                <a:latin typeface="Arial"/>
                <a:ea typeface="Arial"/>
                <a:cs typeface="Arial"/>
              </a:rPr>
            </a:br>
            <a:br>
              <a:rPr lang="fr-FR" sz="1000" b="0" i="0" u="none" strike="noStrike" cap="none" spc="0">
                <a:solidFill>
                  <a:schemeClr val="tx1">
                    <a:lumMod val="50000"/>
                    <a:lumOff val="50000"/>
                  </a:schemeClr>
                </a:solidFill>
                <a:latin typeface="Arial"/>
                <a:ea typeface="Arial"/>
                <a:cs typeface="Arial"/>
              </a:rPr>
            </a:br>
            <a:r>
              <a:rPr lang="fr-FR" sz="1000" b="0" i="0"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a:p>
        </p:txBody>
      </p:sp>
      <p:sp>
        <p:nvSpPr>
          <p:cNvPr id="764860075"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6690697"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2355717"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59948749"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5134688"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06322393"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74257072"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1253339981"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213261462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63178995" name="Flèche : pentagone 463861063"/>
          <p:cNvSpPr/>
          <p:nvPr/>
        </p:nvSpPr>
        <p:spPr bwMode="auto">
          <a:xfrm>
            <a:off x="5935043"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3525636" name="Flèche : pentagone 272004907"/>
          <p:cNvSpPr/>
          <p:nvPr/>
        </p:nvSpPr>
        <p:spPr bwMode="auto">
          <a:xfrm>
            <a:off x="6123825"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3865073" name="Flèche : pentagone 28174069"/>
          <p:cNvSpPr/>
          <p:nvPr/>
        </p:nvSpPr>
        <p:spPr bwMode="auto">
          <a:xfrm>
            <a:off x="6312600"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196</cp:revision>
  <dcterms:created xsi:type="dcterms:W3CDTF">2012-12-03T06:56:55Z</dcterms:created>
  <dcterms:modified xsi:type="dcterms:W3CDTF">2026-07-09T09:53:09Z</dcterms:modified>
</cp:coreProperties>
</file>